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50" r:id="rId1"/>
  </p:sldMasterIdLst>
  <p:notesMasterIdLst>
    <p:notesMasterId r:id="rId18"/>
  </p:notesMasterIdLst>
  <p:sldIdLst>
    <p:sldId id="256" r:id="rId2"/>
    <p:sldId id="257" r:id="rId3"/>
    <p:sldId id="258" r:id="rId4"/>
    <p:sldId id="262" r:id="rId5"/>
    <p:sldId id="264" r:id="rId6"/>
    <p:sldId id="263" r:id="rId7"/>
    <p:sldId id="260" r:id="rId8"/>
    <p:sldId id="261" r:id="rId9"/>
    <p:sldId id="268" r:id="rId10"/>
    <p:sldId id="272" r:id="rId11"/>
    <p:sldId id="271" r:id="rId12"/>
    <p:sldId id="270" r:id="rId13"/>
    <p:sldId id="259" r:id="rId14"/>
    <p:sldId id="265" r:id="rId15"/>
    <p:sldId id="266" r:id="rId16"/>
    <p:sldId id="267"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91"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87C1AF-656A-46B3-953B-EF2C0427D37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873F9504-A510-4EF2-8E5E-31C9DEA770DE}">
      <dgm:prSet/>
      <dgm:spPr/>
      <dgm:t>
        <a:bodyPr/>
        <a:lstStyle/>
        <a:p>
          <a:r>
            <a:rPr lang="en-IN"/>
            <a:t>The Kalman filter operates in repeated stages at each time step to estimate the system state accurately:</a:t>
          </a:r>
          <a:endParaRPr lang="en-US"/>
        </a:p>
      </dgm:t>
    </dgm:pt>
    <dgm:pt modelId="{A2538B24-1F0A-4AAC-894D-003E3CDE05CB}" type="parTrans" cxnId="{358C7B2D-00DE-4ACE-AC45-468E2F6E8F80}">
      <dgm:prSet/>
      <dgm:spPr/>
      <dgm:t>
        <a:bodyPr/>
        <a:lstStyle/>
        <a:p>
          <a:endParaRPr lang="en-US"/>
        </a:p>
      </dgm:t>
    </dgm:pt>
    <dgm:pt modelId="{DF3E6C7F-9347-4BE4-A662-C8CAC6174989}" type="sibTrans" cxnId="{358C7B2D-00DE-4ACE-AC45-468E2F6E8F80}">
      <dgm:prSet/>
      <dgm:spPr/>
      <dgm:t>
        <a:bodyPr/>
        <a:lstStyle/>
        <a:p>
          <a:endParaRPr lang="en-US"/>
        </a:p>
      </dgm:t>
    </dgm:pt>
    <dgm:pt modelId="{29806127-5BA0-484E-90B2-EFDFB4DFAE5C}">
      <dgm:prSet/>
      <dgm:spPr/>
      <dgm:t>
        <a:bodyPr/>
        <a:lstStyle/>
        <a:p>
          <a:r>
            <a:rPr lang="en-IN"/>
            <a:t>1. State Prediction</a:t>
          </a:r>
          <a:endParaRPr lang="en-US"/>
        </a:p>
      </dgm:t>
    </dgm:pt>
    <dgm:pt modelId="{A8597FCC-DCB8-4DEB-B194-0677D7AD8651}" type="parTrans" cxnId="{7C8FFA22-303D-49A3-9866-42922B1DA3FA}">
      <dgm:prSet/>
      <dgm:spPr/>
      <dgm:t>
        <a:bodyPr/>
        <a:lstStyle/>
        <a:p>
          <a:endParaRPr lang="en-US"/>
        </a:p>
      </dgm:t>
    </dgm:pt>
    <dgm:pt modelId="{7362E962-1AB9-41ED-A76E-1D6F23938EC4}" type="sibTrans" cxnId="{7C8FFA22-303D-49A3-9866-42922B1DA3FA}">
      <dgm:prSet/>
      <dgm:spPr/>
      <dgm:t>
        <a:bodyPr/>
        <a:lstStyle/>
        <a:p>
          <a:endParaRPr lang="en-US"/>
        </a:p>
      </dgm:t>
    </dgm:pt>
    <dgm:pt modelId="{C078604C-2B00-45A1-9A9F-A44BD9D9612C}">
      <dgm:prSet/>
      <dgm:spPr/>
      <dgm:t>
        <a:bodyPr/>
        <a:lstStyle/>
        <a:p>
          <a:r>
            <a:rPr lang="en-IN"/>
            <a:t>Predicts the next state of the system using the previous estimate and system model.</a:t>
          </a:r>
          <a:endParaRPr lang="en-US"/>
        </a:p>
      </dgm:t>
    </dgm:pt>
    <dgm:pt modelId="{F9B4F6EF-6BFE-4F6F-9688-89267FE4DA8D}" type="parTrans" cxnId="{C940A46F-64BE-43B5-A613-BA3D1B4CD9E5}">
      <dgm:prSet/>
      <dgm:spPr/>
      <dgm:t>
        <a:bodyPr/>
        <a:lstStyle/>
        <a:p>
          <a:endParaRPr lang="en-US"/>
        </a:p>
      </dgm:t>
    </dgm:pt>
    <dgm:pt modelId="{16E66E99-6F54-44FF-A8E4-79E5C6293A63}" type="sibTrans" cxnId="{C940A46F-64BE-43B5-A613-BA3D1B4CD9E5}">
      <dgm:prSet/>
      <dgm:spPr/>
      <dgm:t>
        <a:bodyPr/>
        <a:lstStyle/>
        <a:p>
          <a:endParaRPr lang="en-US"/>
        </a:p>
      </dgm:t>
    </dgm:pt>
    <dgm:pt modelId="{2183F0D9-AD7F-4BED-A753-FCE3946C78C9}">
      <dgm:prSet/>
      <dgm:spPr/>
      <dgm:t>
        <a:bodyPr/>
        <a:lstStyle/>
        <a:p>
          <a:r>
            <a:rPr lang="en-IN"/>
            <a:t>2. Covariance Prediction</a:t>
          </a:r>
          <a:endParaRPr lang="en-US"/>
        </a:p>
      </dgm:t>
    </dgm:pt>
    <dgm:pt modelId="{872C53BB-E599-4658-80B8-14CEC36F7516}" type="parTrans" cxnId="{D176A8CA-A5D9-42F4-ACD6-87CEF2D70A4C}">
      <dgm:prSet/>
      <dgm:spPr/>
      <dgm:t>
        <a:bodyPr/>
        <a:lstStyle/>
        <a:p>
          <a:endParaRPr lang="en-US"/>
        </a:p>
      </dgm:t>
    </dgm:pt>
    <dgm:pt modelId="{4AA09732-197A-4DE2-9E4A-B4D00DA468B9}" type="sibTrans" cxnId="{D176A8CA-A5D9-42F4-ACD6-87CEF2D70A4C}">
      <dgm:prSet/>
      <dgm:spPr/>
      <dgm:t>
        <a:bodyPr/>
        <a:lstStyle/>
        <a:p>
          <a:endParaRPr lang="en-US"/>
        </a:p>
      </dgm:t>
    </dgm:pt>
    <dgm:pt modelId="{AD7F9E79-EE93-4C25-8CD2-DBF1AF14B952}">
      <dgm:prSet/>
      <dgm:spPr/>
      <dgm:t>
        <a:bodyPr/>
        <a:lstStyle/>
        <a:p>
          <a:r>
            <a:rPr lang="en-IN"/>
            <a:t>Updates the uncertainty (error covariance) associated with the predicted state.</a:t>
          </a:r>
          <a:endParaRPr lang="en-US"/>
        </a:p>
      </dgm:t>
    </dgm:pt>
    <dgm:pt modelId="{8F7F5AFB-31E7-4E66-B1F7-619090FE09A2}" type="parTrans" cxnId="{8B1651FD-9384-464C-B5A4-8B1C00BB0CF4}">
      <dgm:prSet/>
      <dgm:spPr/>
      <dgm:t>
        <a:bodyPr/>
        <a:lstStyle/>
        <a:p>
          <a:endParaRPr lang="en-US"/>
        </a:p>
      </dgm:t>
    </dgm:pt>
    <dgm:pt modelId="{789E4E15-30BB-41A2-B7FF-6B09CCA98EA3}" type="sibTrans" cxnId="{8B1651FD-9384-464C-B5A4-8B1C00BB0CF4}">
      <dgm:prSet/>
      <dgm:spPr/>
      <dgm:t>
        <a:bodyPr/>
        <a:lstStyle/>
        <a:p>
          <a:endParaRPr lang="en-US"/>
        </a:p>
      </dgm:t>
    </dgm:pt>
    <dgm:pt modelId="{7E39D474-42AE-4EBB-9FCF-B776324E40F7}">
      <dgm:prSet/>
      <dgm:spPr/>
      <dgm:t>
        <a:bodyPr/>
        <a:lstStyle/>
        <a:p>
          <a:r>
            <a:rPr lang="en-IN"/>
            <a:t>3. Kalman Gain Computation</a:t>
          </a:r>
          <a:endParaRPr lang="en-US"/>
        </a:p>
      </dgm:t>
    </dgm:pt>
    <dgm:pt modelId="{9336F79F-A19E-4E6F-94AE-80177F8AF8CF}" type="parTrans" cxnId="{C8DC9217-2A7D-4334-B663-1FB060A64113}">
      <dgm:prSet/>
      <dgm:spPr/>
      <dgm:t>
        <a:bodyPr/>
        <a:lstStyle/>
        <a:p>
          <a:endParaRPr lang="en-US"/>
        </a:p>
      </dgm:t>
    </dgm:pt>
    <dgm:pt modelId="{6B3B9DA4-6EF7-498B-AC11-DD3831A9A05B}" type="sibTrans" cxnId="{C8DC9217-2A7D-4334-B663-1FB060A64113}">
      <dgm:prSet/>
      <dgm:spPr/>
      <dgm:t>
        <a:bodyPr/>
        <a:lstStyle/>
        <a:p>
          <a:endParaRPr lang="en-US"/>
        </a:p>
      </dgm:t>
    </dgm:pt>
    <dgm:pt modelId="{CAF6003E-A79C-48D4-BDD1-D10B0639DD9C}">
      <dgm:prSet/>
      <dgm:spPr/>
      <dgm:t>
        <a:bodyPr/>
        <a:lstStyle/>
        <a:p>
          <a:r>
            <a:rPr lang="en-IN"/>
            <a:t>Calculates Kalman Gain to decide how much the measurement should influence the prediction.</a:t>
          </a:r>
          <a:endParaRPr lang="en-US"/>
        </a:p>
      </dgm:t>
    </dgm:pt>
    <dgm:pt modelId="{D4276B6F-672F-4CC4-B5A4-BD834928B514}" type="parTrans" cxnId="{506EE404-7133-4F10-8188-517590504A86}">
      <dgm:prSet/>
      <dgm:spPr/>
      <dgm:t>
        <a:bodyPr/>
        <a:lstStyle/>
        <a:p>
          <a:endParaRPr lang="en-US"/>
        </a:p>
      </dgm:t>
    </dgm:pt>
    <dgm:pt modelId="{913110FD-EF27-4C43-B343-390DD7708A1B}" type="sibTrans" cxnId="{506EE404-7133-4F10-8188-517590504A86}">
      <dgm:prSet/>
      <dgm:spPr/>
      <dgm:t>
        <a:bodyPr/>
        <a:lstStyle/>
        <a:p>
          <a:endParaRPr lang="en-US"/>
        </a:p>
      </dgm:t>
    </dgm:pt>
    <dgm:pt modelId="{C2E37503-A1FA-4A46-87C7-7CFD0DCF1920}">
      <dgm:prSet/>
      <dgm:spPr/>
      <dgm:t>
        <a:bodyPr/>
        <a:lstStyle/>
        <a:p>
          <a:r>
            <a:rPr lang="en-IN"/>
            <a:t>4. Measurement Update (Correction)</a:t>
          </a:r>
          <a:endParaRPr lang="en-US"/>
        </a:p>
      </dgm:t>
    </dgm:pt>
    <dgm:pt modelId="{E20BFFC8-652D-47E6-BDE5-FD86EF1C114A}" type="parTrans" cxnId="{3339E1F0-1FF6-410B-9548-BED40AAB76CD}">
      <dgm:prSet/>
      <dgm:spPr/>
      <dgm:t>
        <a:bodyPr/>
        <a:lstStyle/>
        <a:p>
          <a:endParaRPr lang="en-US"/>
        </a:p>
      </dgm:t>
    </dgm:pt>
    <dgm:pt modelId="{E6743F28-3580-4844-88CA-F37D62039C64}" type="sibTrans" cxnId="{3339E1F0-1FF6-410B-9548-BED40AAB76CD}">
      <dgm:prSet/>
      <dgm:spPr/>
      <dgm:t>
        <a:bodyPr/>
        <a:lstStyle/>
        <a:p>
          <a:endParaRPr lang="en-US"/>
        </a:p>
      </dgm:t>
    </dgm:pt>
    <dgm:pt modelId="{68B67E32-AC85-40C0-99CC-C9DEE1E6E5ED}">
      <dgm:prSet/>
      <dgm:spPr/>
      <dgm:t>
        <a:bodyPr/>
        <a:lstStyle/>
        <a:p>
          <a:r>
            <a:rPr lang="en-IN"/>
            <a:t>Corrects the predicted state using the new measurement data.</a:t>
          </a:r>
          <a:endParaRPr lang="en-US"/>
        </a:p>
      </dgm:t>
    </dgm:pt>
    <dgm:pt modelId="{BAA1C83E-47D4-4A40-93DC-F28C8D5D88B1}" type="parTrans" cxnId="{94451F68-82A2-4A98-90FB-360061AC669A}">
      <dgm:prSet/>
      <dgm:spPr/>
      <dgm:t>
        <a:bodyPr/>
        <a:lstStyle/>
        <a:p>
          <a:endParaRPr lang="en-US"/>
        </a:p>
      </dgm:t>
    </dgm:pt>
    <dgm:pt modelId="{B3442069-1C3C-4CE2-985D-BF78CE6A162E}" type="sibTrans" cxnId="{94451F68-82A2-4A98-90FB-360061AC669A}">
      <dgm:prSet/>
      <dgm:spPr/>
      <dgm:t>
        <a:bodyPr/>
        <a:lstStyle/>
        <a:p>
          <a:endParaRPr lang="en-US"/>
        </a:p>
      </dgm:t>
    </dgm:pt>
    <dgm:pt modelId="{05DF4F83-8DE0-4AFC-ADCF-D118DB2BCB98}">
      <dgm:prSet/>
      <dgm:spPr/>
      <dgm:t>
        <a:bodyPr/>
        <a:lstStyle/>
        <a:p>
          <a:r>
            <a:rPr lang="en-IN"/>
            <a:t>5. Covariance Update</a:t>
          </a:r>
          <a:endParaRPr lang="en-US"/>
        </a:p>
      </dgm:t>
    </dgm:pt>
    <dgm:pt modelId="{2B75F660-24BA-40D4-81EC-CBC00592E905}" type="parTrans" cxnId="{AD6746BF-5BD3-44E8-8C74-71FC98FE7407}">
      <dgm:prSet/>
      <dgm:spPr/>
      <dgm:t>
        <a:bodyPr/>
        <a:lstStyle/>
        <a:p>
          <a:endParaRPr lang="en-US"/>
        </a:p>
      </dgm:t>
    </dgm:pt>
    <dgm:pt modelId="{795F47A4-3CEF-4161-8570-D31705125B89}" type="sibTrans" cxnId="{AD6746BF-5BD3-44E8-8C74-71FC98FE7407}">
      <dgm:prSet/>
      <dgm:spPr/>
      <dgm:t>
        <a:bodyPr/>
        <a:lstStyle/>
        <a:p>
          <a:endParaRPr lang="en-US"/>
        </a:p>
      </dgm:t>
    </dgm:pt>
    <dgm:pt modelId="{D6E6CCEA-8DDD-48CF-A0EB-84D15CA68DCE}">
      <dgm:prSet/>
      <dgm:spPr/>
      <dgm:t>
        <a:bodyPr/>
        <a:lstStyle/>
        <a:p>
          <a:r>
            <a:rPr lang="en-IN"/>
            <a:t>Updates estimation uncertainty after correction, preparing for the next cycle.</a:t>
          </a:r>
          <a:endParaRPr lang="en-US"/>
        </a:p>
      </dgm:t>
    </dgm:pt>
    <dgm:pt modelId="{FA82C037-C9FE-4F5F-9298-AFF56B623CB3}" type="parTrans" cxnId="{2C113AE4-F212-4247-8C68-5442997C6E00}">
      <dgm:prSet/>
      <dgm:spPr/>
      <dgm:t>
        <a:bodyPr/>
        <a:lstStyle/>
        <a:p>
          <a:endParaRPr lang="en-US"/>
        </a:p>
      </dgm:t>
    </dgm:pt>
    <dgm:pt modelId="{4F7E7A64-CB5D-4FA9-954F-148700E330B8}" type="sibTrans" cxnId="{2C113AE4-F212-4247-8C68-5442997C6E00}">
      <dgm:prSet/>
      <dgm:spPr/>
      <dgm:t>
        <a:bodyPr/>
        <a:lstStyle/>
        <a:p>
          <a:endParaRPr lang="en-US"/>
        </a:p>
      </dgm:t>
    </dgm:pt>
    <dgm:pt modelId="{0DF59C93-8050-495F-A226-8D1BBA365841}">
      <dgm:prSet/>
      <dgm:spPr/>
      <dgm:t>
        <a:bodyPr/>
        <a:lstStyle/>
        <a:p>
          <a:r>
            <a:rPr lang="en-IN" dirty="0"/>
            <a:t>These stages repeat continuously to provide real-time state estimation.</a:t>
          </a:r>
          <a:endParaRPr lang="en-US" dirty="0"/>
        </a:p>
      </dgm:t>
    </dgm:pt>
    <dgm:pt modelId="{E7779F1A-78BD-45CC-B2D8-924EB0276289}" type="parTrans" cxnId="{7F419C78-C750-4087-87FF-C8122C9161BD}">
      <dgm:prSet/>
      <dgm:spPr/>
      <dgm:t>
        <a:bodyPr/>
        <a:lstStyle/>
        <a:p>
          <a:endParaRPr lang="en-US"/>
        </a:p>
      </dgm:t>
    </dgm:pt>
    <dgm:pt modelId="{CA855A56-77A4-4DA8-90AD-62503C1BB9BB}" type="sibTrans" cxnId="{7F419C78-C750-4087-87FF-C8122C9161BD}">
      <dgm:prSet/>
      <dgm:spPr/>
      <dgm:t>
        <a:bodyPr/>
        <a:lstStyle/>
        <a:p>
          <a:endParaRPr lang="en-US"/>
        </a:p>
      </dgm:t>
    </dgm:pt>
    <dgm:pt modelId="{E3C580E3-5C8A-4445-B2AB-709453809D65}" type="pres">
      <dgm:prSet presAssocID="{FE87C1AF-656A-46B3-953B-EF2C0427D37D}" presName="vert0" presStyleCnt="0">
        <dgm:presLayoutVars>
          <dgm:dir/>
          <dgm:animOne val="branch"/>
          <dgm:animLvl val="lvl"/>
        </dgm:presLayoutVars>
      </dgm:prSet>
      <dgm:spPr/>
    </dgm:pt>
    <dgm:pt modelId="{A91F3858-6A7F-495A-BD88-252B7343A2F5}" type="pres">
      <dgm:prSet presAssocID="{873F9504-A510-4EF2-8E5E-31C9DEA770DE}" presName="thickLine" presStyleLbl="alignNode1" presStyleIdx="0" presStyleCnt="12"/>
      <dgm:spPr/>
    </dgm:pt>
    <dgm:pt modelId="{DAB072EA-8D7B-41A1-8541-2B8B9747EB63}" type="pres">
      <dgm:prSet presAssocID="{873F9504-A510-4EF2-8E5E-31C9DEA770DE}" presName="horz1" presStyleCnt="0"/>
      <dgm:spPr/>
    </dgm:pt>
    <dgm:pt modelId="{3565697F-B2FD-4CC1-98DD-05AE42323CDE}" type="pres">
      <dgm:prSet presAssocID="{873F9504-A510-4EF2-8E5E-31C9DEA770DE}" presName="tx1" presStyleLbl="revTx" presStyleIdx="0" presStyleCnt="12"/>
      <dgm:spPr/>
    </dgm:pt>
    <dgm:pt modelId="{BC5039D0-9C30-4D29-86B3-208A39E5027E}" type="pres">
      <dgm:prSet presAssocID="{873F9504-A510-4EF2-8E5E-31C9DEA770DE}" presName="vert1" presStyleCnt="0"/>
      <dgm:spPr/>
    </dgm:pt>
    <dgm:pt modelId="{6D9A11BB-2BA8-4E54-8E7A-B19CD40E4A7B}" type="pres">
      <dgm:prSet presAssocID="{29806127-5BA0-484E-90B2-EFDFB4DFAE5C}" presName="thickLine" presStyleLbl="alignNode1" presStyleIdx="1" presStyleCnt="12"/>
      <dgm:spPr/>
    </dgm:pt>
    <dgm:pt modelId="{E2A5A1B4-A61D-4D37-A07A-AEDC28C94470}" type="pres">
      <dgm:prSet presAssocID="{29806127-5BA0-484E-90B2-EFDFB4DFAE5C}" presName="horz1" presStyleCnt="0"/>
      <dgm:spPr/>
    </dgm:pt>
    <dgm:pt modelId="{2AD40C29-E3C0-4EF8-9F81-A76903ECA6C9}" type="pres">
      <dgm:prSet presAssocID="{29806127-5BA0-484E-90B2-EFDFB4DFAE5C}" presName="tx1" presStyleLbl="revTx" presStyleIdx="1" presStyleCnt="12"/>
      <dgm:spPr/>
    </dgm:pt>
    <dgm:pt modelId="{24E47553-6AF2-4D9F-B3FE-9BBA90F6703C}" type="pres">
      <dgm:prSet presAssocID="{29806127-5BA0-484E-90B2-EFDFB4DFAE5C}" presName="vert1" presStyleCnt="0"/>
      <dgm:spPr/>
    </dgm:pt>
    <dgm:pt modelId="{6717AABF-EEAF-4F93-8D64-11B20FE2E11B}" type="pres">
      <dgm:prSet presAssocID="{C078604C-2B00-45A1-9A9F-A44BD9D9612C}" presName="thickLine" presStyleLbl="alignNode1" presStyleIdx="2" presStyleCnt="12"/>
      <dgm:spPr/>
    </dgm:pt>
    <dgm:pt modelId="{CDFE9F46-27C8-48FC-A973-6717C3E2F187}" type="pres">
      <dgm:prSet presAssocID="{C078604C-2B00-45A1-9A9F-A44BD9D9612C}" presName="horz1" presStyleCnt="0"/>
      <dgm:spPr/>
    </dgm:pt>
    <dgm:pt modelId="{DD849B95-AFE9-4BC7-B8B7-2911179387B7}" type="pres">
      <dgm:prSet presAssocID="{C078604C-2B00-45A1-9A9F-A44BD9D9612C}" presName="tx1" presStyleLbl="revTx" presStyleIdx="2" presStyleCnt="12"/>
      <dgm:spPr/>
    </dgm:pt>
    <dgm:pt modelId="{E55A688F-771E-4D82-89B4-8B551549FECC}" type="pres">
      <dgm:prSet presAssocID="{C078604C-2B00-45A1-9A9F-A44BD9D9612C}" presName="vert1" presStyleCnt="0"/>
      <dgm:spPr/>
    </dgm:pt>
    <dgm:pt modelId="{F7349339-4A51-46B1-BA28-41E7293C9BB7}" type="pres">
      <dgm:prSet presAssocID="{2183F0D9-AD7F-4BED-A753-FCE3946C78C9}" presName="thickLine" presStyleLbl="alignNode1" presStyleIdx="3" presStyleCnt="12"/>
      <dgm:spPr/>
    </dgm:pt>
    <dgm:pt modelId="{E1358E83-B80D-49F0-9FB5-6DF0989900CC}" type="pres">
      <dgm:prSet presAssocID="{2183F0D9-AD7F-4BED-A753-FCE3946C78C9}" presName="horz1" presStyleCnt="0"/>
      <dgm:spPr/>
    </dgm:pt>
    <dgm:pt modelId="{A76BB2DC-CE73-4CDD-B3F9-0492DE4DBB73}" type="pres">
      <dgm:prSet presAssocID="{2183F0D9-AD7F-4BED-A753-FCE3946C78C9}" presName="tx1" presStyleLbl="revTx" presStyleIdx="3" presStyleCnt="12"/>
      <dgm:spPr/>
    </dgm:pt>
    <dgm:pt modelId="{2C656775-586F-4C52-BE73-25978B32CF05}" type="pres">
      <dgm:prSet presAssocID="{2183F0D9-AD7F-4BED-A753-FCE3946C78C9}" presName="vert1" presStyleCnt="0"/>
      <dgm:spPr/>
    </dgm:pt>
    <dgm:pt modelId="{FCAD2886-D08E-4840-B33E-1909A56A9175}" type="pres">
      <dgm:prSet presAssocID="{AD7F9E79-EE93-4C25-8CD2-DBF1AF14B952}" presName="thickLine" presStyleLbl="alignNode1" presStyleIdx="4" presStyleCnt="12"/>
      <dgm:spPr/>
    </dgm:pt>
    <dgm:pt modelId="{466E7FFA-24D9-48D2-BD59-4D370B4DF1AB}" type="pres">
      <dgm:prSet presAssocID="{AD7F9E79-EE93-4C25-8CD2-DBF1AF14B952}" presName="horz1" presStyleCnt="0"/>
      <dgm:spPr/>
    </dgm:pt>
    <dgm:pt modelId="{0BAE0DCE-5AD0-46C4-A29F-2ED0C0809631}" type="pres">
      <dgm:prSet presAssocID="{AD7F9E79-EE93-4C25-8CD2-DBF1AF14B952}" presName="tx1" presStyleLbl="revTx" presStyleIdx="4" presStyleCnt="12"/>
      <dgm:spPr/>
    </dgm:pt>
    <dgm:pt modelId="{913EF309-1D9E-49F2-9BDB-92DEF92B4607}" type="pres">
      <dgm:prSet presAssocID="{AD7F9E79-EE93-4C25-8CD2-DBF1AF14B952}" presName="vert1" presStyleCnt="0"/>
      <dgm:spPr/>
    </dgm:pt>
    <dgm:pt modelId="{EE147EDB-E9BD-4FB9-BAAB-A9647C11282C}" type="pres">
      <dgm:prSet presAssocID="{7E39D474-42AE-4EBB-9FCF-B776324E40F7}" presName="thickLine" presStyleLbl="alignNode1" presStyleIdx="5" presStyleCnt="12"/>
      <dgm:spPr/>
    </dgm:pt>
    <dgm:pt modelId="{B168CF7D-FFE7-45C6-832D-846939C02F6D}" type="pres">
      <dgm:prSet presAssocID="{7E39D474-42AE-4EBB-9FCF-B776324E40F7}" presName="horz1" presStyleCnt="0"/>
      <dgm:spPr/>
    </dgm:pt>
    <dgm:pt modelId="{19C65DF1-C84E-41C0-AE97-068344506F09}" type="pres">
      <dgm:prSet presAssocID="{7E39D474-42AE-4EBB-9FCF-B776324E40F7}" presName="tx1" presStyleLbl="revTx" presStyleIdx="5" presStyleCnt="12"/>
      <dgm:spPr/>
    </dgm:pt>
    <dgm:pt modelId="{010FAAB2-C103-485B-8859-453290F13BE1}" type="pres">
      <dgm:prSet presAssocID="{7E39D474-42AE-4EBB-9FCF-B776324E40F7}" presName="vert1" presStyleCnt="0"/>
      <dgm:spPr/>
    </dgm:pt>
    <dgm:pt modelId="{79C5BE9A-98CB-4362-9FE3-BF984860B8D4}" type="pres">
      <dgm:prSet presAssocID="{CAF6003E-A79C-48D4-BDD1-D10B0639DD9C}" presName="thickLine" presStyleLbl="alignNode1" presStyleIdx="6" presStyleCnt="12"/>
      <dgm:spPr/>
    </dgm:pt>
    <dgm:pt modelId="{D71E5C4D-032F-46B3-8E31-FA053562FE94}" type="pres">
      <dgm:prSet presAssocID="{CAF6003E-A79C-48D4-BDD1-D10B0639DD9C}" presName="horz1" presStyleCnt="0"/>
      <dgm:spPr/>
    </dgm:pt>
    <dgm:pt modelId="{17ECF884-AED5-4798-8ACB-E71A18A90609}" type="pres">
      <dgm:prSet presAssocID="{CAF6003E-A79C-48D4-BDD1-D10B0639DD9C}" presName="tx1" presStyleLbl="revTx" presStyleIdx="6" presStyleCnt="12"/>
      <dgm:spPr/>
    </dgm:pt>
    <dgm:pt modelId="{91E893D4-D9F6-4308-816F-C940F95CE44D}" type="pres">
      <dgm:prSet presAssocID="{CAF6003E-A79C-48D4-BDD1-D10B0639DD9C}" presName="vert1" presStyleCnt="0"/>
      <dgm:spPr/>
    </dgm:pt>
    <dgm:pt modelId="{BF682B29-04E0-4871-B349-2960EAF52F5C}" type="pres">
      <dgm:prSet presAssocID="{C2E37503-A1FA-4A46-87C7-7CFD0DCF1920}" presName="thickLine" presStyleLbl="alignNode1" presStyleIdx="7" presStyleCnt="12"/>
      <dgm:spPr/>
    </dgm:pt>
    <dgm:pt modelId="{EED5EF0A-82AF-497A-887D-7812EB474F7C}" type="pres">
      <dgm:prSet presAssocID="{C2E37503-A1FA-4A46-87C7-7CFD0DCF1920}" presName="horz1" presStyleCnt="0"/>
      <dgm:spPr/>
    </dgm:pt>
    <dgm:pt modelId="{7FE8B890-2893-4A7E-A677-77B837DB157D}" type="pres">
      <dgm:prSet presAssocID="{C2E37503-A1FA-4A46-87C7-7CFD0DCF1920}" presName="tx1" presStyleLbl="revTx" presStyleIdx="7" presStyleCnt="12"/>
      <dgm:spPr/>
    </dgm:pt>
    <dgm:pt modelId="{19E4B93B-874A-483C-9ABD-8440963C0489}" type="pres">
      <dgm:prSet presAssocID="{C2E37503-A1FA-4A46-87C7-7CFD0DCF1920}" presName="vert1" presStyleCnt="0"/>
      <dgm:spPr/>
    </dgm:pt>
    <dgm:pt modelId="{03301382-148A-415A-9FB5-BD038225BBFA}" type="pres">
      <dgm:prSet presAssocID="{68B67E32-AC85-40C0-99CC-C9DEE1E6E5ED}" presName="thickLine" presStyleLbl="alignNode1" presStyleIdx="8" presStyleCnt="12"/>
      <dgm:spPr/>
    </dgm:pt>
    <dgm:pt modelId="{67F8F7FE-4898-4187-94BD-9E57A082345A}" type="pres">
      <dgm:prSet presAssocID="{68B67E32-AC85-40C0-99CC-C9DEE1E6E5ED}" presName="horz1" presStyleCnt="0"/>
      <dgm:spPr/>
    </dgm:pt>
    <dgm:pt modelId="{B6F44EA4-361A-47FA-A035-5B14FAF83549}" type="pres">
      <dgm:prSet presAssocID="{68B67E32-AC85-40C0-99CC-C9DEE1E6E5ED}" presName="tx1" presStyleLbl="revTx" presStyleIdx="8" presStyleCnt="12"/>
      <dgm:spPr/>
    </dgm:pt>
    <dgm:pt modelId="{28C6E008-8EA7-44BE-85C4-CAC940B2CF25}" type="pres">
      <dgm:prSet presAssocID="{68B67E32-AC85-40C0-99CC-C9DEE1E6E5ED}" presName="vert1" presStyleCnt="0"/>
      <dgm:spPr/>
    </dgm:pt>
    <dgm:pt modelId="{4AB1ADED-0E22-4CF2-A373-6677BB98CCA5}" type="pres">
      <dgm:prSet presAssocID="{05DF4F83-8DE0-4AFC-ADCF-D118DB2BCB98}" presName="thickLine" presStyleLbl="alignNode1" presStyleIdx="9" presStyleCnt="12"/>
      <dgm:spPr/>
    </dgm:pt>
    <dgm:pt modelId="{CD3A7042-FF50-47CF-AFCA-D4F027D36E5F}" type="pres">
      <dgm:prSet presAssocID="{05DF4F83-8DE0-4AFC-ADCF-D118DB2BCB98}" presName="horz1" presStyleCnt="0"/>
      <dgm:spPr/>
    </dgm:pt>
    <dgm:pt modelId="{910154DE-14BB-47DE-B325-3DB539EB6736}" type="pres">
      <dgm:prSet presAssocID="{05DF4F83-8DE0-4AFC-ADCF-D118DB2BCB98}" presName="tx1" presStyleLbl="revTx" presStyleIdx="9" presStyleCnt="12"/>
      <dgm:spPr/>
    </dgm:pt>
    <dgm:pt modelId="{E6CEB72D-38C6-48E8-8D54-2760EC15C3F2}" type="pres">
      <dgm:prSet presAssocID="{05DF4F83-8DE0-4AFC-ADCF-D118DB2BCB98}" presName="vert1" presStyleCnt="0"/>
      <dgm:spPr/>
    </dgm:pt>
    <dgm:pt modelId="{749F7A56-1758-4229-9CAE-B726D1EE2C22}" type="pres">
      <dgm:prSet presAssocID="{D6E6CCEA-8DDD-48CF-A0EB-84D15CA68DCE}" presName="thickLine" presStyleLbl="alignNode1" presStyleIdx="10" presStyleCnt="12"/>
      <dgm:spPr/>
    </dgm:pt>
    <dgm:pt modelId="{DB38DCD6-4211-4EAE-BF62-5AA5E885B52C}" type="pres">
      <dgm:prSet presAssocID="{D6E6CCEA-8DDD-48CF-A0EB-84D15CA68DCE}" presName="horz1" presStyleCnt="0"/>
      <dgm:spPr/>
    </dgm:pt>
    <dgm:pt modelId="{6EBCE916-5DBE-437A-90DF-5B7035877AF4}" type="pres">
      <dgm:prSet presAssocID="{D6E6CCEA-8DDD-48CF-A0EB-84D15CA68DCE}" presName="tx1" presStyleLbl="revTx" presStyleIdx="10" presStyleCnt="12"/>
      <dgm:spPr/>
    </dgm:pt>
    <dgm:pt modelId="{BCB3BA8F-173E-4887-B995-9E889B174450}" type="pres">
      <dgm:prSet presAssocID="{D6E6CCEA-8DDD-48CF-A0EB-84D15CA68DCE}" presName="vert1" presStyleCnt="0"/>
      <dgm:spPr/>
    </dgm:pt>
    <dgm:pt modelId="{A9B74A5A-D58C-43A7-9D38-80B6FE02C337}" type="pres">
      <dgm:prSet presAssocID="{0DF59C93-8050-495F-A226-8D1BBA365841}" presName="thickLine" presStyleLbl="alignNode1" presStyleIdx="11" presStyleCnt="12"/>
      <dgm:spPr/>
    </dgm:pt>
    <dgm:pt modelId="{F4EAF685-E31F-4C89-B963-3A4D5C4829E4}" type="pres">
      <dgm:prSet presAssocID="{0DF59C93-8050-495F-A226-8D1BBA365841}" presName="horz1" presStyleCnt="0"/>
      <dgm:spPr/>
    </dgm:pt>
    <dgm:pt modelId="{D3586393-977D-4B83-BA6A-87F25614A8D0}" type="pres">
      <dgm:prSet presAssocID="{0DF59C93-8050-495F-A226-8D1BBA365841}" presName="tx1" presStyleLbl="revTx" presStyleIdx="11" presStyleCnt="12"/>
      <dgm:spPr/>
    </dgm:pt>
    <dgm:pt modelId="{3649CA4B-5DDE-45EB-9E8C-A5BE8DDE0092}" type="pres">
      <dgm:prSet presAssocID="{0DF59C93-8050-495F-A226-8D1BBA365841}" presName="vert1" presStyleCnt="0"/>
      <dgm:spPr/>
    </dgm:pt>
  </dgm:ptLst>
  <dgm:cxnLst>
    <dgm:cxn modelId="{506EE404-7133-4F10-8188-517590504A86}" srcId="{FE87C1AF-656A-46B3-953B-EF2C0427D37D}" destId="{CAF6003E-A79C-48D4-BDD1-D10B0639DD9C}" srcOrd="6" destOrd="0" parTransId="{D4276B6F-672F-4CC4-B5A4-BD834928B514}" sibTransId="{913110FD-EF27-4C43-B343-390DD7708A1B}"/>
    <dgm:cxn modelId="{68322115-A4E3-40F7-80D7-E557B19B575E}" type="presOf" srcId="{FE87C1AF-656A-46B3-953B-EF2C0427D37D}" destId="{E3C580E3-5C8A-4445-B2AB-709453809D65}" srcOrd="0" destOrd="0" presId="urn:microsoft.com/office/officeart/2008/layout/LinedList"/>
    <dgm:cxn modelId="{ABCA7E16-8218-4B94-BF12-DA57D039D8E6}" type="presOf" srcId="{0DF59C93-8050-495F-A226-8D1BBA365841}" destId="{D3586393-977D-4B83-BA6A-87F25614A8D0}" srcOrd="0" destOrd="0" presId="urn:microsoft.com/office/officeart/2008/layout/LinedList"/>
    <dgm:cxn modelId="{C8DC9217-2A7D-4334-B663-1FB060A64113}" srcId="{FE87C1AF-656A-46B3-953B-EF2C0427D37D}" destId="{7E39D474-42AE-4EBB-9FCF-B776324E40F7}" srcOrd="5" destOrd="0" parTransId="{9336F79F-A19E-4E6F-94AE-80177F8AF8CF}" sibTransId="{6B3B9DA4-6EF7-498B-AC11-DD3831A9A05B}"/>
    <dgm:cxn modelId="{DFB43E1A-D93D-4039-B25A-6CFACB6F415C}" type="presOf" srcId="{D6E6CCEA-8DDD-48CF-A0EB-84D15CA68DCE}" destId="{6EBCE916-5DBE-437A-90DF-5B7035877AF4}" srcOrd="0" destOrd="0" presId="urn:microsoft.com/office/officeart/2008/layout/LinedList"/>
    <dgm:cxn modelId="{75606C22-1D0B-4813-838E-E415975527E4}" type="presOf" srcId="{29806127-5BA0-484E-90B2-EFDFB4DFAE5C}" destId="{2AD40C29-E3C0-4EF8-9F81-A76903ECA6C9}" srcOrd="0" destOrd="0" presId="urn:microsoft.com/office/officeart/2008/layout/LinedList"/>
    <dgm:cxn modelId="{7C8FFA22-303D-49A3-9866-42922B1DA3FA}" srcId="{FE87C1AF-656A-46B3-953B-EF2C0427D37D}" destId="{29806127-5BA0-484E-90B2-EFDFB4DFAE5C}" srcOrd="1" destOrd="0" parTransId="{A8597FCC-DCB8-4DEB-B194-0677D7AD8651}" sibTransId="{7362E962-1AB9-41ED-A76E-1D6F23938EC4}"/>
    <dgm:cxn modelId="{B16F6A24-DEEF-4585-AA96-29CE46D1A310}" type="presOf" srcId="{68B67E32-AC85-40C0-99CC-C9DEE1E6E5ED}" destId="{B6F44EA4-361A-47FA-A035-5B14FAF83549}" srcOrd="0" destOrd="0" presId="urn:microsoft.com/office/officeart/2008/layout/LinedList"/>
    <dgm:cxn modelId="{358C7B2D-00DE-4ACE-AC45-468E2F6E8F80}" srcId="{FE87C1AF-656A-46B3-953B-EF2C0427D37D}" destId="{873F9504-A510-4EF2-8E5E-31C9DEA770DE}" srcOrd="0" destOrd="0" parTransId="{A2538B24-1F0A-4AAC-894D-003E3CDE05CB}" sibTransId="{DF3E6C7F-9347-4BE4-A662-C8CAC6174989}"/>
    <dgm:cxn modelId="{44C10F34-DC4F-4DE8-A029-1CE0E956BD09}" type="presOf" srcId="{2183F0D9-AD7F-4BED-A753-FCE3946C78C9}" destId="{A76BB2DC-CE73-4CDD-B3F9-0492DE4DBB73}" srcOrd="0" destOrd="0" presId="urn:microsoft.com/office/officeart/2008/layout/LinedList"/>
    <dgm:cxn modelId="{94451F68-82A2-4A98-90FB-360061AC669A}" srcId="{FE87C1AF-656A-46B3-953B-EF2C0427D37D}" destId="{68B67E32-AC85-40C0-99CC-C9DEE1E6E5ED}" srcOrd="8" destOrd="0" parTransId="{BAA1C83E-47D4-4A40-93DC-F28C8D5D88B1}" sibTransId="{B3442069-1C3C-4CE2-985D-BF78CE6A162E}"/>
    <dgm:cxn modelId="{57A03C68-34CB-4ACB-BFCD-BF3414BCB48E}" type="presOf" srcId="{05DF4F83-8DE0-4AFC-ADCF-D118DB2BCB98}" destId="{910154DE-14BB-47DE-B325-3DB539EB6736}" srcOrd="0" destOrd="0" presId="urn:microsoft.com/office/officeart/2008/layout/LinedList"/>
    <dgm:cxn modelId="{C940A46F-64BE-43B5-A613-BA3D1B4CD9E5}" srcId="{FE87C1AF-656A-46B3-953B-EF2C0427D37D}" destId="{C078604C-2B00-45A1-9A9F-A44BD9D9612C}" srcOrd="2" destOrd="0" parTransId="{F9B4F6EF-6BFE-4F6F-9688-89267FE4DA8D}" sibTransId="{16E66E99-6F54-44FF-A8E4-79E5C6293A63}"/>
    <dgm:cxn modelId="{7F419C78-C750-4087-87FF-C8122C9161BD}" srcId="{FE87C1AF-656A-46B3-953B-EF2C0427D37D}" destId="{0DF59C93-8050-495F-A226-8D1BBA365841}" srcOrd="11" destOrd="0" parTransId="{E7779F1A-78BD-45CC-B2D8-924EB0276289}" sibTransId="{CA855A56-77A4-4DA8-90AD-62503C1BB9BB}"/>
    <dgm:cxn modelId="{089D0859-6750-4A99-B876-164AA6E1ED8E}" type="presOf" srcId="{7E39D474-42AE-4EBB-9FCF-B776324E40F7}" destId="{19C65DF1-C84E-41C0-AE97-068344506F09}" srcOrd="0" destOrd="0" presId="urn:microsoft.com/office/officeart/2008/layout/LinedList"/>
    <dgm:cxn modelId="{3A4F7880-9947-4EA7-A34B-D054D7E000A0}" type="presOf" srcId="{CAF6003E-A79C-48D4-BDD1-D10B0639DD9C}" destId="{17ECF884-AED5-4798-8ACB-E71A18A90609}" srcOrd="0" destOrd="0" presId="urn:microsoft.com/office/officeart/2008/layout/LinedList"/>
    <dgm:cxn modelId="{D680A88C-A518-47BE-B106-20FADFD07E3C}" type="presOf" srcId="{873F9504-A510-4EF2-8E5E-31C9DEA770DE}" destId="{3565697F-B2FD-4CC1-98DD-05AE42323CDE}" srcOrd="0" destOrd="0" presId="urn:microsoft.com/office/officeart/2008/layout/LinedList"/>
    <dgm:cxn modelId="{AD6746BF-5BD3-44E8-8C74-71FC98FE7407}" srcId="{FE87C1AF-656A-46B3-953B-EF2C0427D37D}" destId="{05DF4F83-8DE0-4AFC-ADCF-D118DB2BCB98}" srcOrd="9" destOrd="0" parTransId="{2B75F660-24BA-40D4-81EC-CBC00592E905}" sibTransId="{795F47A4-3CEF-4161-8570-D31705125B89}"/>
    <dgm:cxn modelId="{D176A8CA-A5D9-42F4-ACD6-87CEF2D70A4C}" srcId="{FE87C1AF-656A-46B3-953B-EF2C0427D37D}" destId="{2183F0D9-AD7F-4BED-A753-FCE3946C78C9}" srcOrd="3" destOrd="0" parTransId="{872C53BB-E599-4658-80B8-14CEC36F7516}" sibTransId="{4AA09732-197A-4DE2-9E4A-B4D00DA468B9}"/>
    <dgm:cxn modelId="{EF4854CD-16D9-49D6-901F-CC03CA882758}" type="presOf" srcId="{AD7F9E79-EE93-4C25-8CD2-DBF1AF14B952}" destId="{0BAE0DCE-5AD0-46C4-A29F-2ED0C0809631}" srcOrd="0" destOrd="0" presId="urn:microsoft.com/office/officeart/2008/layout/LinedList"/>
    <dgm:cxn modelId="{2C113AE4-F212-4247-8C68-5442997C6E00}" srcId="{FE87C1AF-656A-46B3-953B-EF2C0427D37D}" destId="{D6E6CCEA-8DDD-48CF-A0EB-84D15CA68DCE}" srcOrd="10" destOrd="0" parTransId="{FA82C037-C9FE-4F5F-9298-AFF56B623CB3}" sibTransId="{4F7E7A64-CB5D-4FA9-954F-148700E330B8}"/>
    <dgm:cxn modelId="{26EFD5E4-522F-4C07-AF54-6457E43CA649}" type="presOf" srcId="{C078604C-2B00-45A1-9A9F-A44BD9D9612C}" destId="{DD849B95-AFE9-4BC7-B8B7-2911179387B7}" srcOrd="0" destOrd="0" presId="urn:microsoft.com/office/officeart/2008/layout/LinedList"/>
    <dgm:cxn modelId="{3339E1F0-1FF6-410B-9548-BED40AAB76CD}" srcId="{FE87C1AF-656A-46B3-953B-EF2C0427D37D}" destId="{C2E37503-A1FA-4A46-87C7-7CFD0DCF1920}" srcOrd="7" destOrd="0" parTransId="{E20BFFC8-652D-47E6-BDE5-FD86EF1C114A}" sibTransId="{E6743F28-3580-4844-88CA-F37D62039C64}"/>
    <dgm:cxn modelId="{58E14FFC-97FA-4BCD-8D73-A326A651FAAE}" type="presOf" srcId="{C2E37503-A1FA-4A46-87C7-7CFD0DCF1920}" destId="{7FE8B890-2893-4A7E-A677-77B837DB157D}" srcOrd="0" destOrd="0" presId="urn:microsoft.com/office/officeart/2008/layout/LinedList"/>
    <dgm:cxn modelId="{8B1651FD-9384-464C-B5A4-8B1C00BB0CF4}" srcId="{FE87C1AF-656A-46B3-953B-EF2C0427D37D}" destId="{AD7F9E79-EE93-4C25-8CD2-DBF1AF14B952}" srcOrd="4" destOrd="0" parTransId="{8F7F5AFB-31E7-4E66-B1F7-619090FE09A2}" sibTransId="{789E4E15-30BB-41A2-B7FF-6B09CCA98EA3}"/>
    <dgm:cxn modelId="{B306DCD2-C8C0-4212-B769-A2A7E05E2560}" type="presParOf" srcId="{E3C580E3-5C8A-4445-B2AB-709453809D65}" destId="{A91F3858-6A7F-495A-BD88-252B7343A2F5}" srcOrd="0" destOrd="0" presId="urn:microsoft.com/office/officeart/2008/layout/LinedList"/>
    <dgm:cxn modelId="{DDAA7BBE-184B-488B-BE15-0A24D79A5B40}" type="presParOf" srcId="{E3C580E3-5C8A-4445-B2AB-709453809D65}" destId="{DAB072EA-8D7B-41A1-8541-2B8B9747EB63}" srcOrd="1" destOrd="0" presId="urn:microsoft.com/office/officeart/2008/layout/LinedList"/>
    <dgm:cxn modelId="{6128AB88-5DDA-4525-9C10-C68728E4D0F0}" type="presParOf" srcId="{DAB072EA-8D7B-41A1-8541-2B8B9747EB63}" destId="{3565697F-B2FD-4CC1-98DD-05AE42323CDE}" srcOrd="0" destOrd="0" presId="urn:microsoft.com/office/officeart/2008/layout/LinedList"/>
    <dgm:cxn modelId="{DF84AF4F-EE06-457E-BBB2-6D105E200FD7}" type="presParOf" srcId="{DAB072EA-8D7B-41A1-8541-2B8B9747EB63}" destId="{BC5039D0-9C30-4D29-86B3-208A39E5027E}" srcOrd="1" destOrd="0" presId="urn:microsoft.com/office/officeart/2008/layout/LinedList"/>
    <dgm:cxn modelId="{980C3388-8B6A-4887-A514-8B8CCE009A45}" type="presParOf" srcId="{E3C580E3-5C8A-4445-B2AB-709453809D65}" destId="{6D9A11BB-2BA8-4E54-8E7A-B19CD40E4A7B}" srcOrd="2" destOrd="0" presId="urn:microsoft.com/office/officeart/2008/layout/LinedList"/>
    <dgm:cxn modelId="{C1462C49-501D-4E49-AC2C-0B392C6F8AA2}" type="presParOf" srcId="{E3C580E3-5C8A-4445-B2AB-709453809D65}" destId="{E2A5A1B4-A61D-4D37-A07A-AEDC28C94470}" srcOrd="3" destOrd="0" presId="urn:microsoft.com/office/officeart/2008/layout/LinedList"/>
    <dgm:cxn modelId="{D43977A9-3E35-4990-8973-BA762B47712A}" type="presParOf" srcId="{E2A5A1B4-A61D-4D37-A07A-AEDC28C94470}" destId="{2AD40C29-E3C0-4EF8-9F81-A76903ECA6C9}" srcOrd="0" destOrd="0" presId="urn:microsoft.com/office/officeart/2008/layout/LinedList"/>
    <dgm:cxn modelId="{5530B223-9610-4A98-8467-25D4423C0FE8}" type="presParOf" srcId="{E2A5A1B4-A61D-4D37-A07A-AEDC28C94470}" destId="{24E47553-6AF2-4D9F-B3FE-9BBA90F6703C}" srcOrd="1" destOrd="0" presId="urn:microsoft.com/office/officeart/2008/layout/LinedList"/>
    <dgm:cxn modelId="{540DBAAB-B380-441C-BB00-56B30824A3F0}" type="presParOf" srcId="{E3C580E3-5C8A-4445-B2AB-709453809D65}" destId="{6717AABF-EEAF-4F93-8D64-11B20FE2E11B}" srcOrd="4" destOrd="0" presId="urn:microsoft.com/office/officeart/2008/layout/LinedList"/>
    <dgm:cxn modelId="{F401374C-5C31-43CA-AE05-2ABE91BAF5C9}" type="presParOf" srcId="{E3C580E3-5C8A-4445-B2AB-709453809D65}" destId="{CDFE9F46-27C8-48FC-A973-6717C3E2F187}" srcOrd="5" destOrd="0" presId="urn:microsoft.com/office/officeart/2008/layout/LinedList"/>
    <dgm:cxn modelId="{09570128-7F22-4DBC-9556-F0BF0007C30C}" type="presParOf" srcId="{CDFE9F46-27C8-48FC-A973-6717C3E2F187}" destId="{DD849B95-AFE9-4BC7-B8B7-2911179387B7}" srcOrd="0" destOrd="0" presId="urn:microsoft.com/office/officeart/2008/layout/LinedList"/>
    <dgm:cxn modelId="{862C8F37-D5A4-4F6D-91B3-332602FDDA83}" type="presParOf" srcId="{CDFE9F46-27C8-48FC-A973-6717C3E2F187}" destId="{E55A688F-771E-4D82-89B4-8B551549FECC}" srcOrd="1" destOrd="0" presId="urn:microsoft.com/office/officeart/2008/layout/LinedList"/>
    <dgm:cxn modelId="{FB86906F-E505-45CA-9E05-F81933A61F62}" type="presParOf" srcId="{E3C580E3-5C8A-4445-B2AB-709453809D65}" destId="{F7349339-4A51-46B1-BA28-41E7293C9BB7}" srcOrd="6" destOrd="0" presId="urn:microsoft.com/office/officeart/2008/layout/LinedList"/>
    <dgm:cxn modelId="{F2529F50-D076-4CCA-92D1-AECC3E87C84C}" type="presParOf" srcId="{E3C580E3-5C8A-4445-B2AB-709453809D65}" destId="{E1358E83-B80D-49F0-9FB5-6DF0989900CC}" srcOrd="7" destOrd="0" presId="urn:microsoft.com/office/officeart/2008/layout/LinedList"/>
    <dgm:cxn modelId="{88F6531A-3722-4EC7-8195-53697007E19F}" type="presParOf" srcId="{E1358E83-B80D-49F0-9FB5-6DF0989900CC}" destId="{A76BB2DC-CE73-4CDD-B3F9-0492DE4DBB73}" srcOrd="0" destOrd="0" presId="urn:microsoft.com/office/officeart/2008/layout/LinedList"/>
    <dgm:cxn modelId="{B0E3912A-8631-4663-B909-1BFFC874B0D1}" type="presParOf" srcId="{E1358E83-B80D-49F0-9FB5-6DF0989900CC}" destId="{2C656775-586F-4C52-BE73-25978B32CF05}" srcOrd="1" destOrd="0" presId="urn:microsoft.com/office/officeart/2008/layout/LinedList"/>
    <dgm:cxn modelId="{AE7EA09B-21B9-4A63-A03F-5B7BB0827E34}" type="presParOf" srcId="{E3C580E3-5C8A-4445-B2AB-709453809D65}" destId="{FCAD2886-D08E-4840-B33E-1909A56A9175}" srcOrd="8" destOrd="0" presId="urn:microsoft.com/office/officeart/2008/layout/LinedList"/>
    <dgm:cxn modelId="{4BB50C13-8987-4533-901E-AB6C5C4D26E5}" type="presParOf" srcId="{E3C580E3-5C8A-4445-B2AB-709453809D65}" destId="{466E7FFA-24D9-48D2-BD59-4D370B4DF1AB}" srcOrd="9" destOrd="0" presId="urn:microsoft.com/office/officeart/2008/layout/LinedList"/>
    <dgm:cxn modelId="{D5FADF9A-4A38-489A-88BE-C7407CBC5BBC}" type="presParOf" srcId="{466E7FFA-24D9-48D2-BD59-4D370B4DF1AB}" destId="{0BAE0DCE-5AD0-46C4-A29F-2ED0C0809631}" srcOrd="0" destOrd="0" presId="urn:microsoft.com/office/officeart/2008/layout/LinedList"/>
    <dgm:cxn modelId="{FCA117A7-AAC3-4E77-BD72-8613781B00B7}" type="presParOf" srcId="{466E7FFA-24D9-48D2-BD59-4D370B4DF1AB}" destId="{913EF309-1D9E-49F2-9BDB-92DEF92B4607}" srcOrd="1" destOrd="0" presId="urn:microsoft.com/office/officeart/2008/layout/LinedList"/>
    <dgm:cxn modelId="{B67CD24F-E303-4787-91F0-B6B4E3D7D802}" type="presParOf" srcId="{E3C580E3-5C8A-4445-B2AB-709453809D65}" destId="{EE147EDB-E9BD-4FB9-BAAB-A9647C11282C}" srcOrd="10" destOrd="0" presId="urn:microsoft.com/office/officeart/2008/layout/LinedList"/>
    <dgm:cxn modelId="{63FF4BB4-9FAD-4124-B81B-1B2F8639EB6C}" type="presParOf" srcId="{E3C580E3-5C8A-4445-B2AB-709453809D65}" destId="{B168CF7D-FFE7-45C6-832D-846939C02F6D}" srcOrd="11" destOrd="0" presId="urn:microsoft.com/office/officeart/2008/layout/LinedList"/>
    <dgm:cxn modelId="{B9747176-28C6-4FD0-BDB7-10C0726ABBDF}" type="presParOf" srcId="{B168CF7D-FFE7-45C6-832D-846939C02F6D}" destId="{19C65DF1-C84E-41C0-AE97-068344506F09}" srcOrd="0" destOrd="0" presId="urn:microsoft.com/office/officeart/2008/layout/LinedList"/>
    <dgm:cxn modelId="{423628D4-3CC8-4A5C-83B5-FA7AC598B2FB}" type="presParOf" srcId="{B168CF7D-FFE7-45C6-832D-846939C02F6D}" destId="{010FAAB2-C103-485B-8859-453290F13BE1}" srcOrd="1" destOrd="0" presId="urn:microsoft.com/office/officeart/2008/layout/LinedList"/>
    <dgm:cxn modelId="{7436D83E-254A-41CA-95B0-7A9DB8A98F18}" type="presParOf" srcId="{E3C580E3-5C8A-4445-B2AB-709453809D65}" destId="{79C5BE9A-98CB-4362-9FE3-BF984860B8D4}" srcOrd="12" destOrd="0" presId="urn:microsoft.com/office/officeart/2008/layout/LinedList"/>
    <dgm:cxn modelId="{0CDAF2DC-303B-4AAA-87E5-933BD3342099}" type="presParOf" srcId="{E3C580E3-5C8A-4445-B2AB-709453809D65}" destId="{D71E5C4D-032F-46B3-8E31-FA053562FE94}" srcOrd="13" destOrd="0" presId="urn:microsoft.com/office/officeart/2008/layout/LinedList"/>
    <dgm:cxn modelId="{5E3004A2-161B-44AC-A628-A6B2B700FF8C}" type="presParOf" srcId="{D71E5C4D-032F-46B3-8E31-FA053562FE94}" destId="{17ECF884-AED5-4798-8ACB-E71A18A90609}" srcOrd="0" destOrd="0" presId="urn:microsoft.com/office/officeart/2008/layout/LinedList"/>
    <dgm:cxn modelId="{24974BD5-4090-4D4E-957E-9D18D387C7EF}" type="presParOf" srcId="{D71E5C4D-032F-46B3-8E31-FA053562FE94}" destId="{91E893D4-D9F6-4308-816F-C940F95CE44D}" srcOrd="1" destOrd="0" presId="urn:microsoft.com/office/officeart/2008/layout/LinedList"/>
    <dgm:cxn modelId="{4824F0EB-3A87-4E3A-851D-A2421A638EB0}" type="presParOf" srcId="{E3C580E3-5C8A-4445-B2AB-709453809D65}" destId="{BF682B29-04E0-4871-B349-2960EAF52F5C}" srcOrd="14" destOrd="0" presId="urn:microsoft.com/office/officeart/2008/layout/LinedList"/>
    <dgm:cxn modelId="{C31697E8-56CC-45ED-821C-3E627FD27A1F}" type="presParOf" srcId="{E3C580E3-5C8A-4445-B2AB-709453809D65}" destId="{EED5EF0A-82AF-497A-887D-7812EB474F7C}" srcOrd="15" destOrd="0" presId="urn:microsoft.com/office/officeart/2008/layout/LinedList"/>
    <dgm:cxn modelId="{B9F2733B-897F-448A-8049-36BA321B2F45}" type="presParOf" srcId="{EED5EF0A-82AF-497A-887D-7812EB474F7C}" destId="{7FE8B890-2893-4A7E-A677-77B837DB157D}" srcOrd="0" destOrd="0" presId="urn:microsoft.com/office/officeart/2008/layout/LinedList"/>
    <dgm:cxn modelId="{E96C5C92-AF59-4D8B-9717-DB76D92E13D8}" type="presParOf" srcId="{EED5EF0A-82AF-497A-887D-7812EB474F7C}" destId="{19E4B93B-874A-483C-9ABD-8440963C0489}" srcOrd="1" destOrd="0" presId="urn:microsoft.com/office/officeart/2008/layout/LinedList"/>
    <dgm:cxn modelId="{4BD51187-634C-46E8-875C-1D434641D09D}" type="presParOf" srcId="{E3C580E3-5C8A-4445-B2AB-709453809D65}" destId="{03301382-148A-415A-9FB5-BD038225BBFA}" srcOrd="16" destOrd="0" presId="urn:microsoft.com/office/officeart/2008/layout/LinedList"/>
    <dgm:cxn modelId="{E7C2343D-6557-4DFD-8C18-0FCAC7781D7C}" type="presParOf" srcId="{E3C580E3-5C8A-4445-B2AB-709453809D65}" destId="{67F8F7FE-4898-4187-94BD-9E57A082345A}" srcOrd="17" destOrd="0" presId="urn:microsoft.com/office/officeart/2008/layout/LinedList"/>
    <dgm:cxn modelId="{99DC825C-C922-4B08-8C79-8EE176C94058}" type="presParOf" srcId="{67F8F7FE-4898-4187-94BD-9E57A082345A}" destId="{B6F44EA4-361A-47FA-A035-5B14FAF83549}" srcOrd="0" destOrd="0" presId="urn:microsoft.com/office/officeart/2008/layout/LinedList"/>
    <dgm:cxn modelId="{85FDCB86-9F53-4E5C-A496-B2BF470B0462}" type="presParOf" srcId="{67F8F7FE-4898-4187-94BD-9E57A082345A}" destId="{28C6E008-8EA7-44BE-85C4-CAC940B2CF25}" srcOrd="1" destOrd="0" presId="urn:microsoft.com/office/officeart/2008/layout/LinedList"/>
    <dgm:cxn modelId="{F76C1F5D-5B85-45B6-B48A-355A6E82826D}" type="presParOf" srcId="{E3C580E3-5C8A-4445-B2AB-709453809D65}" destId="{4AB1ADED-0E22-4CF2-A373-6677BB98CCA5}" srcOrd="18" destOrd="0" presId="urn:microsoft.com/office/officeart/2008/layout/LinedList"/>
    <dgm:cxn modelId="{F0095229-3E36-47C2-A69A-71482B6DDCEF}" type="presParOf" srcId="{E3C580E3-5C8A-4445-B2AB-709453809D65}" destId="{CD3A7042-FF50-47CF-AFCA-D4F027D36E5F}" srcOrd="19" destOrd="0" presId="urn:microsoft.com/office/officeart/2008/layout/LinedList"/>
    <dgm:cxn modelId="{6AA51BCA-2DA2-4BBB-9808-06E04D99F00E}" type="presParOf" srcId="{CD3A7042-FF50-47CF-AFCA-D4F027D36E5F}" destId="{910154DE-14BB-47DE-B325-3DB539EB6736}" srcOrd="0" destOrd="0" presId="urn:microsoft.com/office/officeart/2008/layout/LinedList"/>
    <dgm:cxn modelId="{DF4C47E6-D18A-4C9E-A6DB-8C131CBF9565}" type="presParOf" srcId="{CD3A7042-FF50-47CF-AFCA-D4F027D36E5F}" destId="{E6CEB72D-38C6-48E8-8D54-2760EC15C3F2}" srcOrd="1" destOrd="0" presId="urn:microsoft.com/office/officeart/2008/layout/LinedList"/>
    <dgm:cxn modelId="{438C8B49-5EDE-4171-A8A7-274A9079C690}" type="presParOf" srcId="{E3C580E3-5C8A-4445-B2AB-709453809D65}" destId="{749F7A56-1758-4229-9CAE-B726D1EE2C22}" srcOrd="20" destOrd="0" presId="urn:microsoft.com/office/officeart/2008/layout/LinedList"/>
    <dgm:cxn modelId="{7FD8DCB0-85FB-451C-B7A9-3E833104B524}" type="presParOf" srcId="{E3C580E3-5C8A-4445-B2AB-709453809D65}" destId="{DB38DCD6-4211-4EAE-BF62-5AA5E885B52C}" srcOrd="21" destOrd="0" presId="urn:microsoft.com/office/officeart/2008/layout/LinedList"/>
    <dgm:cxn modelId="{05010C71-129E-410A-B75C-DE064B5C4F4D}" type="presParOf" srcId="{DB38DCD6-4211-4EAE-BF62-5AA5E885B52C}" destId="{6EBCE916-5DBE-437A-90DF-5B7035877AF4}" srcOrd="0" destOrd="0" presId="urn:microsoft.com/office/officeart/2008/layout/LinedList"/>
    <dgm:cxn modelId="{51AC0D47-E680-4731-9B4A-48802D6B17DB}" type="presParOf" srcId="{DB38DCD6-4211-4EAE-BF62-5AA5E885B52C}" destId="{BCB3BA8F-173E-4887-B995-9E889B174450}" srcOrd="1" destOrd="0" presId="urn:microsoft.com/office/officeart/2008/layout/LinedList"/>
    <dgm:cxn modelId="{0D7472B1-148F-4D7F-A326-40261EDAD654}" type="presParOf" srcId="{E3C580E3-5C8A-4445-B2AB-709453809D65}" destId="{A9B74A5A-D58C-43A7-9D38-80B6FE02C337}" srcOrd="22" destOrd="0" presId="urn:microsoft.com/office/officeart/2008/layout/LinedList"/>
    <dgm:cxn modelId="{2E7AE445-1EF0-4EEB-89BE-6CC5BB50B138}" type="presParOf" srcId="{E3C580E3-5C8A-4445-B2AB-709453809D65}" destId="{F4EAF685-E31F-4C89-B963-3A4D5C4829E4}" srcOrd="23" destOrd="0" presId="urn:microsoft.com/office/officeart/2008/layout/LinedList"/>
    <dgm:cxn modelId="{1A4F65E6-C987-422E-8FBB-9F753EC78A79}" type="presParOf" srcId="{F4EAF685-E31F-4C89-B963-3A4D5C4829E4}" destId="{D3586393-977D-4B83-BA6A-87F25614A8D0}" srcOrd="0" destOrd="0" presId="urn:microsoft.com/office/officeart/2008/layout/LinedList"/>
    <dgm:cxn modelId="{F797FEEC-6321-4930-912B-4179C8B19A23}" type="presParOf" srcId="{F4EAF685-E31F-4C89-B963-3A4D5C4829E4}" destId="{3649CA4B-5DDE-45EB-9E8C-A5BE8DDE009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ED1162-A84D-4792-B1BE-187B7173A45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IN"/>
        </a:p>
      </dgm:t>
    </dgm:pt>
    <dgm:pt modelId="{EADB0D7A-7C7B-4518-8047-88E3B812CD62}">
      <dgm:prSet/>
      <dgm:spPr/>
      <dgm:t>
        <a:bodyPr/>
        <a:lstStyle/>
        <a:p>
          <a:pPr>
            <a:lnSpc>
              <a:spcPct val="100000"/>
            </a:lnSpc>
          </a:pPr>
          <a:r>
            <a:rPr lang="en-US" b="0" i="0" baseline="0"/>
            <a:t>Requirement analysis &amp; system modeling</a:t>
          </a:r>
          <a:endParaRPr lang="en-IN"/>
        </a:p>
      </dgm:t>
    </dgm:pt>
    <dgm:pt modelId="{334F5DF6-2F01-43FD-995A-A1B8BDFADEC1}" type="parTrans" cxnId="{48639D9F-6B6C-46C4-9545-CB02D510C813}">
      <dgm:prSet/>
      <dgm:spPr/>
      <dgm:t>
        <a:bodyPr/>
        <a:lstStyle/>
        <a:p>
          <a:endParaRPr lang="en-IN"/>
        </a:p>
      </dgm:t>
    </dgm:pt>
    <dgm:pt modelId="{B0D75D76-BC17-4F18-BA31-F9E4CCD49A33}" type="sibTrans" cxnId="{48639D9F-6B6C-46C4-9545-CB02D510C813}">
      <dgm:prSet/>
      <dgm:spPr/>
      <dgm:t>
        <a:bodyPr/>
        <a:lstStyle/>
        <a:p>
          <a:endParaRPr lang="en-IN"/>
        </a:p>
      </dgm:t>
    </dgm:pt>
    <dgm:pt modelId="{93D20CF1-AD94-463E-A58F-BB7DD52469CE}">
      <dgm:prSet/>
      <dgm:spPr/>
      <dgm:t>
        <a:bodyPr/>
        <a:lstStyle/>
        <a:p>
          <a:pPr>
            <a:lnSpc>
              <a:spcPct val="100000"/>
            </a:lnSpc>
          </a:pPr>
          <a:r>
            <a:rPr lang="en-US" b="0" i="0" baseline="0"/>
            <a:t>Algorithm simulation (floating-point)</a:t>
          </a:r>
          <a:endParaRPr lang="en-IN"/>
        </a:p>
      </dgm:t>
    </dgm:pt>
    <dgm:pt modelId="{0D627D7E-AF11-460A-ADB1-2ED14B9F1867}" type="parTrans" cxnId="{3B64C1E8-4D72-4243-ACE9-FEBBEA21C880}">
      <dgm:prSet/>
      <dgm:spPr/>
      <dgm:t>
        <a:bodyPr/>
        <a:lstStyle/>
        <a:p>
          <a:endParaRPr lang="en-IN"/>
        </a:p>
      </dgm:t>
    </dgm:pt>
    <dgm:pt modelId="{D5696BF4-41A4-4F6A-945C-876D1FD5150F}" type="sibTrans" cxnId="{3B64C1E8-4D72-4243-ACE9-FEBBEA21C880}">
      <dgm:prSet/>
      <dgm:spPr/>
      <dgm:t>
        <a:bodyPr/>
        <a:lstStyle/>
        <a:p>
          <a:endParaRPr lang="en-IN"/>
        </a:p>
      </dgm:t>
    </dgm:pt>
    <dgm:pt modelId="{5BBE24AF-0875-4368-BEFA-AE4C3BF20DE5}">
      <dgm:prSet/>
      <dgm:spPr/>
      <dgm:t>
        <a:bodyPr/>
        <a:lstStyle/>
        <a:p>
          <a:pPr>
            <a:lnSpc>
              <a:spcPct val="100000"/>
            </a:lnSpc>
          </a:pPr>
          <a:r>
            <a:rPr lang="en-US" b="0" i="0" baseline="0"/>
            <a:t>Fixed-point conversion</a:t>
          </a:r>
          <a:endParaRPr lang="en-IN"/>
        </a:p>
      </dgm:t>
    </dgm:pt>
    <dgm:pt modelId="{53FC8A6C-A82A-4F51-89B2-593C93E83678}" type="parTrans" cxnId="{692E2A16-AE18-4DA6-A731-1570FA65F16C}">
      <dgm:prSet/>
      <dgm:spPr/>
      <dgm:t>
        <a:bodyPr/>
        <a:lstStyle/>
        <a:p>
          <a:endParaRPr lang="en-IN"/>
        </a:p>
      </dgm:t>
    </dgm:pt>
    <dgm:pt modelId="{D2C944BF-30A4-4FD0-A0BF-9787B689693C}" type="sibTrans" cxnId="{692E2A16-AE18-4DA6-A731-1570FA65F16C}">
      <dgm:prSet/>
      <dgm:spPr/>
      <dgm:t>
        <a:bodyPr/>
        <a:lstStyle/>
        <a:p>
          <a:endParaRPr lang="en-IN"/>
        </a:p>
      </dgm:t>
    </dgm:pt>
    <dgm:pt modelId="{B00820E6-3BAD-4375-88E6-821F9A19A82F}">
      <dgm:prSet/>
      <dgm:spPr/>
      <dgm:t>
        <a:bodyPr/>
        <a:lstStyle/>
        <a:p>
          <a:pPr>
            <a:lnSpc>
              <a:spcPct val="100000"/>
            </a:lnSpc>
          </a:pPr>
          <a:r>
            <a:rPr lang="en-US" b="0" i="0" baseline="0"/>
            <a:t>Hardware architecture design</a:t>
          </a:r>
          <a:endParaRPr lang="en-IN"/>
        </a:p>
      </dgm:t>
    </dgm:pt>
    <dgm:pt modelId="{9391B8E1-4F83-422A-B331-80C3C9EA0DC8}" type="parTrans" cxnId="{1A4FFA99-7D59-4F7B-8ACC-0798396C609E}">
      <dgm:prSet/>
      <dgm:spPr/>
      <dgm:t>
        <a:bodyPr/>
        <a:lstStyle/>
        <a:p>
          <a:endParaRPr lang="en-IN"/>
        </a:p>
      </dgm:t>
    </dgm:pt>
    <dgm:pt modelId="{56973CB6-E723-4451-B70E-3244913E4239}" type="sibTrans" cxnId="{1A4FFA99-7D59-4F7B-8ACC-0798396C609E}">
      <dgm:prSet/>
      <dgm:spPr/>
      <dgm:t>
        <a:bodyPr/>
        <a:lstStyle/>
        <a:p>
          <a:endParaRPr lang="en-IN"/>
        </a:p>
      </dgm:t>
    </dgm:pt>
    <dgm:pt modelId="{AC570301-7394-4520-8719-F52AB43FB6C7}">
      <dgm:prSet/>
      <dgm:spPr/>
      <dgm:t>
        <a:bodyPr/>
        <a:lstStyle/>
        <a:p>
          <a:pPr>
            <a:lnSpc>
              <a:spcPct val="100000"/>
            </a:lnSpc>
          </a:pPr>
          <a:r>
            <a:rPr lang="en-US" b="0" i="0" baseline="0"/>
            <a:t>RTL implementation in SystemVerilog</a:t>
          </a:r>
          <a:endParaRPr lang="en-IN"/>
        </a:p>
      </dgm:t>
    </dgm:pt>
    <dgm:pt modelId="{BCADFC76-FF75-41F1-B517-EB674D7BF47C}" type="parTrans" cxnId="{42006874-0F45-4D9B-ADA2-08416B4B96BD}">
      <dgm:prSet/>
      <dgm:spPr/>
      <dgm:t>
        <a:bodyPr/>
        <a:lstStyle/>
        <a:p>
          <a:endParaRPr lang="en-IN"/>
        </a:p>
      </dgm:t>
    </dgm:pt>
    <dgm:pt modelId="{E0C22C22-44A6-48AC-88E3-7722944CA3D9}" type="sibTrans" cxnId="{42006874-0F45-4D9B-ADA2-08416B4B96BD}">
      <dgm:prSet/>
      <dgm:spPr/>
      <dgm:t>
        <a:bodyPr/>
        <a:lstStyle/>
        <a:p>
          <a:endParaRPr lang="en-IN"/>
        </a:p>
      </dgm:t>
    </dgm:pt>
    <dgm:pt modelId="{87623D38-6D90-44E2-8132-0602FFEE2126}">
      <dgm:prSet/>
      <dgm:spPr/>
      <dgm:t>
        <a:bodyPr/>
        <a:lstStyle/>
        <a:p>
          <a:pPr>
            <a:lnSpc>
              <a:spcPct val="100000"/>
            </a:lnSpc>
          </a:pPr>
          <a:r>
            <a:rPr lang="en-US" b="0" i="0" baseline="0"/>
            <a:t>Testbench &amp; functional verification</a:t>
          </a:r>
          <a:endParaRPr lang="en-IN"/>
        </a:p>
      </dgm:t>
    </dgm:pt>
    <dgm:pt modelId="{95508BA2-C83E-4F27-941D-F2F4FDFA42FF}" type="parTrans" cxnId="{C2CD7CED-1128-4D38-9A62-A0F395981927}">
      <dgm:prSet/>
      <dgm:spPr/>
      <dgm:t>
        <a:bodyPr/>
        <a:lstStyle/>
        <a:p>
          <a:endParaRPr lang="en-IN"/>
        </a:p>
      </dgm:t>
    </dgm:pt>
    <dgm:pt modelId="{DA239828-D843-4B94-AEC3-5093E900C1EE}" type="sibTrans" cxnId="{C2CD7CED-1128-4D38-9A62-A0F395981927}">
      <dgm:prSet/>
      <dgm:spPr/>
      <dgm:t>
        <a:bodyPr/>
        <a:lstStyle/>
        <a:p>
          <a:endParaRPr lang="en-IN"/>
        </a:p>
      </dgm:t>
    </dgm:pt>
    <dgm:pt modelId="{46A76FAA-A8EC-4097-AC88-C67FF992DCFE}" type="pres">
      <dgm:prSet presAssocID="{C4ED1162-A84D-4792-B1BE-187B7173A456}" presName="root" presStyleCnt="0">
        <dgm:presLayoutVars>
          <dgm:dir/>
          <dgm:resizeHandles val="exact"/>
        </dgm:presLayoutVars>
      </dgm:prSet>
      <dgm:spPr/>
    </dgm:pt>
    <dgm:pt modelId="{4FC0EDBB-3B07-4B41-AA65-2347C29282B1}" type="pres">
      <dgm:prSet presAssocID="{EADB0D7A-7C7B-4518-8047-88E3B812CD62}" presName="compNode" presStyleCnt="0"/>
      <dgm:spPr/>
    </dgm:pt>
    <dgm:pt modelId="{8E4BBAA2-2D6A-46CE-9CFB-AB5C81C8C28E}" type="pres">
      <dgm:prSet presAssocID="{EADB0D7A-7C7B-4518-8047-88E3B812CD62}" presName="bgRect" presStyleLbl="bgShp" presStyleIdx="0" presStyleCnt="6"/>
      <dgm:spPr/>
    </dgm:pt>
    <dgm:pt modelId="{9797D87D-3786-40FB-9C83-EB9228C2B7BD}" type="pres">
      <dgm:prSet presAssocID="{EADB0D7A-7C7B-4518-8047-88E3B812CD62}"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09111CFF-AE69-468A-9C85-4A059A48981E}" type="pres">
      <dgm:prSet presAssocID="{EADB0D7A-7C7B-4518-8047-88E3B812CD62}" presName="spaceRect" presStyleCnt="0"/>
      <dgm:spPr/>
    </dgm:pt>
    <dgm:pt modelId="{8B277C16-5837-41C4-B5E2-B0DE1D99345B}" type="pres">
      <dgm:prSet presAssocID="{EADB0D7A-7C7B-4518-8047-88E3B812CD62}" presName="parTx" presStyleLbl="revTx" presStyleIdx="0" presStyleCnt="6">
        <dgm:presLayoutVars>
          <dgm:chMax val="0"/>
          <dgm:chPref val="0"/>
        </dgm:presLayoutVars>
      </dgm:prSet>
      <dgm:spPr/>
    </dgm:pt>
    <dgm:pt modelId="{14061789-8649-4769-8C82-C40B5949A5A5}" type="pres">
      <dgm:prSet presAssocID="{B0D75D76-BC17-4F18-BA31-F9E4CCD49A33}" presName="sibTrans" presStyleCnt="0"/>
      <dgm:spPr/>
    </dgm:pt>
    <dgm:pt modelId="{E1A3D14E-69BB-4406-9C32-8EAF15DF1961}" type="pres">
      <dgm:prSet presAssocID="{93D20CF1-AD94-463E-A58F-BB7DD52469CE}" presName="compNode" presStyleCnt="0"/>
      <dgm:spPr/>
    </dgm:pt>
    <dgm:pt modelId="{3566EAE1-DC2F-44A9-B3A1-4C766DA97FAC}" type="pres">
      <dgm:prSet presAssocID="{93D20CF1-AD94-463E-A58F-BB7DD52469CE}" presName="bgRect" presStyleLbl="bgShp" presStyleIdx="1" presStyleCnt="6"/>
      <dgm:spPr/>
    </dgm:pt>
    <dgm:pt modelId="{93344A41-1CF9-418F-B257-D35DFCDCF717}" type="pres">
      <dgm:prSet presAssocID="{93D20CF1-AD94-463E-A58F-BB7DD52469C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DCEA3E03-FEEB-4165-9FA6-8A4595F39C38}" type="pres">
      <dgm:prSet presAssocID="{93D20CF1-AD94-463E-A58F-BB7DD52469CE}" presName="spaceRect" presStyleCnt="0"/>
      <dgm:spPr/>
    </dgm:pt>
    <dgm:pt modelId="{F85D2039-ED0D-49B3-AED6-F67BC2857B09}" type="pres">
      <dgm:prSet presAssocID="{93D20CF1-AD94-463E-A58F-BB7DD52469CE}" presName="parTx" presStyleLbl="revTx" presStyleIdx="1" presStyleCnt="6">
        <dgm:presLayoutVars>
          <dgm:chMax val="0"/>
          <dgm:chPref val="0"/>
        </dgm:presLayoutVars>
      </dgm:prSet>
      <dgm:spPr/>
    </dgm:pt>
    <dgm:pt modelId="{B55441C5-E97F-415E-89E7-F48F4CD6046B}" type="pres">
      <dgm:prSet presAssocID="{D5696BF4-41A4-4F6A-945C-876D1FD5150F}" presName="sibTrans" presStyleCnt="0"/>
      <dgm:spPr/>
    </dgm:pt>
    <dgm:pt modelId="{4F18AC44-8CAF-432A-B22F-CEFC00A1D998}" type="pres">
      <dgm:prSet presAssocID="{5BBE24AF-0875-4368-BEFA-AE4C3BF20DE5}" presName="compNode" presStyleCnt="0"/>
      <dgm:spPr/>
    </dgm:pt>
    <dgm:pt modelId="{21C8FE33-3846-4A6F-AF7B-11C39A690F59}" type="pres">
      <dgm:prSet presAssocID="{5BBE24AF-0875-4368-BEFA-AE4C3BF20DE5}" presName="bgRect" presStyleLbl="bgShp" presStyleIdx="2" presStyleCnt="6"/>
      <dgm:spPr/>
    </dgm:pt>
    <dgm:pt modelId="{DD852239-98E7-4181-AA90-49263960EED1}" type="pres">
      <dgm:prSet presAssocID="{5BBE24AF-0875-4368-BEFA-AE4C3BF20DE5}"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lter"/>
        </a:ext>
      </dgm:extLst>
    </dgm:pt>
    <dgm:pt modelId="{B19B069C-F30C-4344-B6F4-C9759F940257}" type="pres">
      <dgm:prSet presAssocID="{5BBE24AF-0875-4368-BEFA-AE4C3BF20DE5}" presName="spaceRect" presStyleCnt="0"/>
      <dgm:spPr/>
    </dgm:pt>
    <dgm:pt modelId="{273EDD70-A8A6-441D-AEC7-A9F8EE279015}" type="pres">
      <dgm:prSet presAssocID="{5BBE24AF-0875-4368-BEFA-AE4C3BF20DE5}" presName="parTx" presStyleLbl="revTx" presStyleIdx="2" presStyleCnt="6">
        <dgm:presLayoutVars>
          <dgm:chMax val="0"/>
          <dgm:chPref val="0"/>
        </dgm:presLayoutVars>
      </dgm:prSet>
      <dgm:spPr/>
    </dgm:pt>
    <dgm:pt modelId="{E8FB1CEE-1BB9-48FA-BDC7-EC227A5DD255}" type="pres">
      <dgm:prSet presAssocID="{D2C944BF-30A4-4FD0-A0BF-9787B689693C}" presName="sibTrans" presStyleCnt="0"/>
      <dgm:spPr/>
    </dgm:pt>
    <dgm:pt modelId="{890B84AC-8E57-4B13-B095-1161211B29F9}" type="pres">
      <dgm:prSet presAssocID="{B00820E6-3BAD-4375-88E6-821F9A19A82F}" presName="compNode" presStyleCnt="0"/>
      <dgm:spPr/>
    </dgm:pt>
    <dgm:pt modelId="{29708D30-A833-46EE-9009-E7D4C388F5C7}" type="pres">
      <dgm:prSet presAssocID="{B00820E6-3BAD-4375-88E6-821F9A19A82F}" presName="bgRect" presStyleLbl="bgShp" presStyleIdx="3" presStyleCnt="6"/>
      <dgm:spPr/>
    </dgm:pt>
    <dgm:pt modelId="{BB01DCD9-7821-4159-9425-31E90CA1CCB6}" type="pres">
      <dgm:prSet presAssocID="{B00820E6-3BAD-4375-88E6-821F9A19A82F}"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DA56C93A-1C58-4487-9033-1612FCA8D0BA}" type="pres">
      <dgm:prSet presAssocID="{B00820E6-3BAD-4375-88E6-821F9A19A82F}" presName="spaceRect" presStyleCnt="0"/>
      <dgm:spPr/>
    </dgm:pt>
    <dgm:pt modelId="{25A2A9FB-799E-4126-A2C8-6D70C83FC308}" type="pres">
      <dgm:prSet presAssocID="{B00820E6-3BAD-4375-88E6-821F9A19A82F}" presName="parTx" presStyleLbl="revTx" presStyleIdx="3" presStyleCnt="6">
        <dgm:presLayoutVars>
          <dgm:chMax val="0"/>
          <dgm:chPref val="0"/>
        </dgm:presLayoutVars>
      </dgm:prSet>
      <dgm:spPr/>
    </dgm:pt>
    <dgm:pt modelId="{8A597531-FFDC-44AE-8425-15AD11971A59}" type="pres">
      <dgm:prSet presAssocID="{56973CB6-E723-4451-B70E-3244913E4239}" presName="sibTrans" presStyleCnt="0"/>
      <dgm:spPr/>
    </dgm:pt>
    <dgm:pt modelId="{EB40E5F8-A5B1-40D6-A2C5-E30F025CE036}" type="pres">
      <dgm:prSet presAssocID="{AC570301-7394-4520-8719-F52AB43FB6C7}" presName="compNode" presStyleCnt="0"/>
      <dgm:spPr/>
    </dgm:pt>
    <dgm:pt modelId="{ACF5BED4-A655-4488-8973-2771A87125FD}" type="pres">
      <dgm:prSet presAssocID="{AC570301-7394-4520-8719-F52AB43FB6C7}" presName="bgRect" presStyleLbl="bgShp" presStyleIdx="4" presStyleCnt="6"/>
      <dgm:spPr/>
    </dgm:pt>
    <dgm:pt modelId="{094C9D98-14E0-459D-93EA-AC90FDC47CF9}" type="pres">
      <dgm:prSet presAssocID="{AC570301-7394-4520-8719-F52AB43FB6C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ick"/>
        </a:ext>
      </dgm:extLst>
    </dgm:pt>
    <dgm:pt modelId="{136E16A9-01F2-4E63-A98A-886BA32AAA50}" type="pres">
      <dgm:prSet presAssocID="{AC570301-7394-4520-8719-F52AB43FB6C7}" presName="spaceRect" presStyleCnt="0"/>
      <dgm:spPr/>
    </dgm:pt>
    <dgm:pt modelId="{D6542727-32AD-43AD-B30C-1E63642A0E55}" type="pres">
      <dgm:prSet presAssocID="{AC570301-7394-4520-8719-F52AB43FB6C7}" presName="parTx" presStyleLbl="revTx" presStyleIdx="4" presStyleCnt="6">
        <dgm:presLayoutVars>
          <dgm:chMax val="0"/>
          <dgm:chPref val="0"/>
        </dgm:presLayoutVars>
      </dgm:prSet>
      <dgm:spPr/>
    </dgm:pt>
    <dgm:pt modelId="{6FF24673-57A0-438D-9959-D4F5B90F4C23}" type="pres">
      <dgm:prSet presAssocID="{E0C22C22-44A6-48AC-88E3-7722944CA3D9}" presName="sibTrans" presStyleCnt="0"/>
      <dgm:spPr/>
    </dgm:pt>
    <dgm:pt modelId="{4833CED7-8012-4A4B-87E6-314998BF33D5}" type="pres">
      <dgm:prSet presAssocID="{87623D38-6D90-44E2-8132-0602FFEE2126}" presName="compNode" presStyleCnt="0"/>
      <dgm:spPr/>
    </dgm:pt>
    <dgm:pt modelId="{35D3A7E7-67D1-44EA-834A-819267BCD17C}" type="pres">
      <dgm:prSet presAssocID="{87623D38-6D90-44E2-8132-0602FFEE2126}" presName="bgRect" presStyleLbl="bgShp" presStyleIdx="5" presStyleCnt="6"/>
      <dgm:spPr/>
    </dgm:pt>
    <dgm:pt modelId="{A3B79737-912A-49A8-BA5E-3A7A904572D0}" type="pres">
      <dgm:prSet presAssocID="{87623D38-6D90-44E2-8132-0602FFEE2126}"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5A9AAEE3-1C2A-4CE9-A6A7-DD9B2E6BCC26}" type="pres">
      <dgm:prSet presAssocID="{87623D38-6D90-44E2-8132-0602FFEE2126}" presName="spaceRect" presStyleCnt="0"/>
      <dgm:spPr/>
    </dgm:pt>
    <dgm:pt modelId="{DB78EE53-5A13-40BB-912D-5708A6D7D3A9}" type="pres">
      <dgm:prSet presAssocID="{87623D38-6D90-44E2-8132-0602FFEE2126}" presName="parTx" presStyleLbl="revTx" presStyleIdx="5" presStyleCnt="6">
        <dgm:presLayoutVars>
          <dgm:chMax val="0"/>
          <dgm:chPref val="0"/>
        </dgm:presLayoutVars>
      </dgm:prSet>
      <dgm:spPr/>
    </dgm:pt>
  </dgm:ptLst>
  <dgm:cxnLst>
    <dgm:cxn modelId="{F79FE308-0981-4C2D-8EC9-6B91D17241B2}" type="presOf" srcId="{5BBE24AF-0875-4368-BEFA-AE4C3BF20DE5}" destId="{273EDD70-A8A6-441D-AEC7-A9F8EE279015}" srcOrd="0" destOrd="0" presId="urn:microsoft.com/office/officeart/2018/2/layout/IconVerticalSolidList"/>
    <dgm:cxn modelId="{692E2A16-AE18-4DA6-A731-1570FA65F16C}" srcId="{C4ED1162-A84D-4792-B1BE-187B7173A456}" destId="{5BBE24AF-0875-4368-BEFA-AE4C3BF20DE5}" srcOrd="2" destOrd="0" parTransId="{53FC8A6C-A82A-4F51-89B2-593C93E83678}" sibTransId="{D2C944BF-30A4-4FD0-A0BF-9787B689693C}"/>
    <dgm:cxn modelId="{7AB12F19-9B9E-470A-816C-143A5B22FA4B}" type="presOf" srcId="{AC570301-7394-4520-8719-F52AB43FB6C7}" destId="{D6542727-32AD-43AD-B30C-1E63642A0E55}" srcOrd="0" destOrd="0" presId="urn:microsoft.com/office/officeart/2018/2/layout/IconVerticalSolidList"/>
    <dgm:cxn modelId="{118A7024-B13E-49FB-9360-2197FA719A3D}" type="presOf" srcId="{87623D38-6D90-44E2-8132-0602FFEE2126}" destId="{DB78EE53-5A13-40BB-912D-5708A6D7D3A9}" srcOrd="0" destOrd="0" presId="urn:microsoft.com/office/officeart/2018/2/layout/IconVerticalSolidList"/>
    <dgm:cxn modelId="{FA2DEA69-447D-4E7E-9722-7D4FA71A43A3}" type="presOf" srcId="{C4ED1162-A84D-4792-B1BE-187B7173A456}" destId="{46A76FAA-A8EC-4097-AC88-C67FF992DCFE}" srcOrd="0" destOrd="0" presId="urn:microsoft.com/office/officeart/2018/2/layout/IconVerticalSolidList"/>
    <dgm:cxn modelId="{344CFF70-0335-45E1-A1E3-5C0237560BBC}" type="presOf" srcId="{EADB0D7A-7C7B-4518-8047-88E3B812CD62}" destId="{8B277C16-5837-41C4-B5E2-B0DE1D99345B}" srcOrd="0" destOrd="0" presId="urn:microsoft.com/office/officeart/2018/2/layout/IconVerticalSolidList"/>
    <dgm:cxn modelId="{42006874-0F45-4D9B-ADA2-08416B4B96BD}" srcId="{C4ED1162-A84D-4792-B1BE-187B7173A456}" destId="{AC570301-7394-4520-8719-F52AB43FB6C7}" srcOrd="4" destOrd="0" parTransId="{BCADFC76-FF75-41F1-B517-EB674D7BF47C}" sibTransId="{E0C22C22-44A6-48AC-88E3-7722944CA3D9}"/>
    <dgm:cxn modelId="{1A4FFA99-7D59-4F7B-8ACC-0798396C609E}" srcId="{C4ED1162-A84D-4792-B1BE-187B7173A456}" destId="{B00820E6-3BAD-4375-88E6-821F9A19A82F}" srcOrd="3" destOrd="0" parTransId="{9391B8E1-4F83-422A-B331-80C3C9EA0DC8}" sibTransId="{56973CB6-E723-4451-B70E-3244913E4239}"/>
    <dgm:cxn modelId="{48639D9F-6B6C-46C4-9545-CB02D510C813}" srcId="{C4ED1162-A84D-4792-B1BE-187B7173A456}" destId="{EADB0D7A-7C7B-4518-8047-88E3B812CD62}" srcOrd="0" destOrd="0" parTransId="{334F5DF6-2F01-43FD-995A-A1B8BDFADEC1}" sibTransId="{B0D75D76-BC17-4F18-BA31-F9E4CCD49A33}"/>
    <dgm:cxn modelId="{0F237DCC-B9E9-4733-8243-123E2F9081B3}" type="presOf" srcId="{B00820E6-3BAD-4375-88E6-821F9A19A82F}" destId="{25A2A9FB-799E-4126-A2C8-6D70C83FC308}" srcOrd="0" destOrd="0" presId="urn:microsoft.com/office/officeart/2018/2/layout/IconVerticalSolidList"/>
    <dgm:cxn modelId="{3B64C1E8-4D72-4243-ACE9-FEBBEA21C880}" srcId="{C4ED1162-A84D-4792-B1BE-187B7173A456}" destId="{93D20CF1-AD94-463E-A58F-BB7DD52469CE}" srcOrd="1" destOrd="0" parTransId="{0D627D7E-AF11-460A-ADB1-2ED14B9F1867}" sibTransId="{D5696BF4-41A4-4F6A-945C-876D1FD5150F}"/>
    <dgm:cxn modelId="{C2CD7CED-1128-4D38-9A62-A0F395981927}" srcId="{C4ED1162-A84D-4792-B1BE-187B7173A456}" destId="{87623D38-6D90-44E2-8132-0602FFEE2126}" srcOrd="5" destOrd="0" parTransId="{95508BA2-C83E-4F27-941D-F2F4FDFA42FF}" sibTransId="{DA239828-D843-4B94-AEC3-5093E900C1EE}"/>
    <dgm:cxn modelId="{23A6DAF7-70F9-4299-BB81-D087E5FDB5B1}" type="presOf" srcId="{93D20CF1-AD94-463E-A58F-BB7DD52469CE}" destId="{F85D2039-ED0D-49B3-AED6-F67BC2857B09}" srcOrd="0" destOrd="0" presId="urn:microsoft.com/office/officeart/2018/2/layout/IconVerticalSolidList"/>
    <dgm:cxn modelId="{151B6C82-0664-47B4-BA3F-5B7470EAD944}" type="presParOf" srcId="{46A76FAA-A8EC-4097-AC88-C67FF992DCFE}" destId="{4FC0EDBB-3B07-4B41-AA65-2347C29282B1}" srcOrd="0" destOrd="0" presId="urn:microsoft.com/office/officeart/2018/2/layout/IconVerticalSolidList"/>
    <dgm:cxn modelId="{C8003B2E-039E-42AC-9558-D849B8597B1D}" type="presParOf" srcId="{4FC0EDBB-3B07-4B41-AA65-2347C29282B1}" destId="{8E4BBAA2-2D6A-46CE-9CFB-AB5C81C8C28E}" srcOrd="0" destOrd="0" presId="urn:microsoft.com/office/officeart/2018/2/layout/IconVerticalSolidList"/>
    <dgm:cxn modelId="{8103ACEA-F055-4DF2-BA5F-23B3BFEE2467}" type="presParOf" srcId="{4FC0EDBB-3B07-4B41-AA65-2347C29282B1}" destId="{9797D87D-3786-40FB-9C83-EB9228C2B7BD}" srcOrd="1" destOrd="0" presId="urn:microsoft.com/office/officeart/2018/2/layout/IconVerticalSolidList"/>
    <dgm:cxn modelId="{B538056B-FFB9-45E6-93AA-A89C38C3E513}" type="presParOf" srcId="{4FC0EDBB-3B07-4B41-AA65-2347C29282B1}" destId="{09111CFF-AE69-468A-9C85-4A059A48981E}" srcOrd="2" destOrd="0" presId="urn:microsoft.com/office/officeart/2018/2/layout/IconVerticalSolidList"/>
    <dgm:cxn modelId="{F51149B6-BB64-49C0-ADCC-A55F09A99CE3}" type="presParOf" srcId="{4FC0EDBB-3B07-4B41-AA65-2347C29282B1}" destId="{8B277C16-5837-41C4-B5E2-B0DE1D99345B}" srcOrd="3" destOrd="0" presId="urn:microsoft.com/office/officeart/2018/2/layout/IconVerticalSolidList"/>
    <dgm:cxn modelId="{69A38206-F947-42CD-A3A5-389483B657D7}" type="presParOf" srcId="{46A76FAA-A8EC-4097-AC88-C67FF992DCFE}" destId="{14061789-8649-4769-8C82-C40B5949A5A5}" srcOrd="1" destOrd="0" presId="urn:microsoft.com/office/officeart/2018/2/layout/IconVerticalSolidList"/>
    <dgm:cxn modelId="{B956FC81-8870-47D7-ADA2-D54AE5452657}" type="presParOf" srcId="{46A76FAA-A8EC-4097-AC88-C67FF992DCFE}" destId="{E1A3D14E-69BB-4406-9C32-8EAF15DF1961}" srcOrd="2" destOrd="0" presId="urn:microsoft.com/office/officeart/2018/2/layout/IconVerticalSolidList"/>
    <dgm:cxn modelId="{B30B4997-3277-4238-8CDC-39EB22544AA8}" type="presParOf" srcId="{E1A3D14E-69BB-4406-9C32-8EAF15DF1961}" destId="{3566EAE1-DC2F-44A9-B3A1-4C766DA97FAC}" srcOrd="0" destOrd="0" presId="urn:microsoft.com/office/officeart/2018/2/layout/IconVerticalSolidList"/>
    <dgm:cxn modelId="{656BB668-FC7F-4110-999C-05D89761F05F}" type="presParOf" srcId="{E1A3D14E-69BB-4406-9C32-8EAF15DF1961}" destId="{93344A41-1CF9-418F-B257-D35DFCDCF717}" srcOrd="1" destOrd="0" presId="urn:microsoft.com/office/officeart/2018/2/layout/IconVerticalSolidList"/>
    <dgm:cxn modelId="{62FFC5D4-79A7-417B-8C02-CC3BFB3C39D8}" type="presParOf" srcId="{E1A3D14E-69BB-4406-9C32-8EAF15DF1961}" destId="{DCEA3E03-FEEB-4165-9FA6-8A4595F39C38}" srcOrd="2" destOrd="0" presId="urn:microsoft.com/office/officeart/2018/2/layout/IconVerticalSolidList"/>
    <dgm:cxn modelId="{31D3467F-F2E7-43F4-BB40-4684F43DE862}" type="presParOf" srcId="{E1A3D14E-69BB-4406-9C32-8EAF15DF1961}" destId="{F85D2039-ED0D-49B3-AED6-F67BC2857B09}" srcOrd="3" destOrd="0" presId="urn:microsoft.com/office/officeart/2018/2/layout/IconVerticalSolidList"/>
    <dgm:cxn modelId="{81010FC4-160C-4155-9375-98D009DA189C}" type="presParOf" srcId="{46A76FAA-A8EC-4097-AC88-C67FF992DCFE}" destId="{B55441C5-E97F-415E-89E7-F48F4CD6046B}" srcOrd="3" destOrd="0" presId="urn:microsoft.com/office/officeart/2018/2/layout/IconVerticalSolidList"/>
    <dgm:cxn modelId="{45612E9F-281C-4C14-A381-AD1ED2EA9E1E}" type="presParOf" srcId="{46A76FAA-A8EC-4097-AC88-C67FF992DCFE}" destId="{4F18AC44-8CAF-432A-B22F-CEFC00A1D998}" srcOrd="4" destOrd="0" presId="urn:microsoft.com/office/officeart/2018/2/layout/IconVerticalSolidList"/>
    <dgm:cxn modelId="{B4A8530A-FF30-4CF5-A565-EE24FB4B1DF4}" type="presParOf" srcId="{4F18AC44-8CAF-432A-B22F-CEFC00A1D998}" destId="{21C8FE33-3846-4A6F-AF7B-11C39A690F59}" srcOrd="0" destOrd="0" presId="urn:microsoft.com/office/officeart/2018/2/layout/IconVerticalSolidList"/>
    <dgm:cxn modelId="{165FE426-8582-4518-9918-C85619EB1303}" type="presParOf" srcId="{4F18AC44-8CAF-432A-B22F-CEFC00A1D998}" destId="{DD852239-98E7-4181-AA90-49263960EED1}" srcOrd="1" destOrd="0" presId="urn:microsoft.com/office/officeart/2018/2/layout/IconVerticalSolidList"/>
    <dgm:cxn modelId="{B9C54D79-165B-4698-B1A6-93FAB2E61CBF}" type="presParOf" srcId="{4F18AC44-8CAF-432A-B22F-CEFC00A1D998}" destId="{B19B069C-F30C-4344-B6F4-C9759F940257}" srcOrd="2" destOrd="0" presId="urn:microsoft.com/office/officeart/2018/2/layout/IconVerticalSolidList"/>
    <dgm:cxn modelId="{68AD667C-783A-4010-984A-169BDB4603B2}" type="presParOf" srcId="{4F18AC44-8CAF-432A-B22F-CEFC00A1D998}" destId="{273EDD70-A8A6-441D-AEC7-A9F8EE279015}" srcOrd="3" destOrd="0" presId="urn:microsoft.com/office/officeart/2018/2/layout/IconVerticalSolidList"/>
    <dgm:cxn modelId="{1381A9F9-EB2D-4846-A7D0-FFC6AAD4E2CE}" type="presParOf" srcId="{46A76FAA-A8EC-4097-AC88-C67FF992DCFE}" destId="{E8FB1CEE-1BB9-48FA-BDC7-EC227A5DD255}" srcOrd="5" destOrd="0" presId="urn:microsoft.com/office/officeart/2018/2/layout/IconVerticalSolidList"/>
    <dgm:cxn modelId="{81C13753-3CC4-478C-A68B-CFA7CB1F1748}" type="presParOf" srcId="{46A76FAA-A8EC-4097-AC88-C67FF992DCFE}" destId="{890B84AC-8E57-4B13-B095-1161211B29F9}" srcOrd="6" destOrd="0" presId="urn:microsoft.com/office/officeart/2018/2/layout/IconVerticalSolidList"/>
    <dgm:cxn modelId="{19BB3E10-7720-49C5-89EE-E55E2CFAE19D}" type="presParOf" srcId="{890B84AC-8E57-4B13-B095-1161211B29F9}" destId="{29708D30-A833-46EE-9009-E7D4C388F5C7}" srcOrd="0" destOrd="0" presId="urn:microsoft.com/office/officeart/2018/2/layout/IconVerticalSolidList"/>
    <dgm:cxn modelId="{CAE76636-8B8F-4D8C-83A1-5BA082786E82}" type="presParOf" srcId="{890B84AC-8E57-4B13-B095-1161211B29F9}" destId="{BB01DCD9-7821-4159-9425-31E90CA1CCB6}" srcOrd="1" destOrd="0" presId="urn:microsoft.com/office/officeart/2018/2/layout/IconVerticalSolidList"/>
    <dgm:cxn modelId="{6C08CB9C-F2E2-4172-B425-B08040D2C459}" type="presParOf" srcId="{890B84AC-8E57-4B13-B095-1161211B29F9}" destId="{DA56C93A-1C58-4487-9033-1612FCA8D0BA}" srcOrd="2" destOrd="0" presId="urn:microsoft.com/office/officeart/2018/2/layout/IconVerticalSolidList"/>
    <dgm:cxn modelId="{3BE4EE5B-5BC5-4C9B-B4AF-B8DE7251E95D}" type="presParOf" srcId="{890B84AC-8E57-4B13-B095-1161211B29F9}" destId="{25A2A9FB-799E-4126-A2C8-6D70C83FC308}" srcOrd="3" destOrd="0" presId="urn:microsoft.com/office/officeart/2018/2/layout/IconVerticalSolidList"/>
    <dgm:cxn modelId="{0E60660E-8CD3-4319-987F-6D064DD0DE18}" type="presParOf" srcId="{46A76FAA-A8EC-4097-AC88-C67FF992DCFE}" destId="{8A597531-FFDC-44AE-8425-15AD11971A59}" srcOrd="7" destOrd="0" presId="urn:microsoft.com/office/officeart/2018/2/layout/IconVerticalSolidList"/>
    <dgm:cxn modelId="{E2D9C036-7A92-42F4-839A-EEF945EB9BD0}" type="presParOf" srcId="{46A76FAA-A8EC-4097-AC88-C67FF992DCFE}" destId="{EB40E5F8-A5B1-40D6-A2C5-E30F025CE036}" srcOrd="8" destOrd="0" presId="urn:microsoft.com/office/officeart/2018/2/layout/IconVerticalSolidList"/>
    <dgm:cxn modelId="{A5B01C33-3118-456F-BF7C-11CC60A7C44B}" type="presParOf" srcId="{EB40E5F8-A5B1-40D6-A2C5-E30F025CE036}" destId="{ACF5BED4-A655-4488-8973-2771A87125FD}" srcOrd="0" destOrd="0" presId="urn:microsoft.com/office/officeart/2018/2/layout/IconVerticalSolidList"/>
    <dgm:cxn modelId="{59D78434-2CBA-48CC-AB14-72B78E9D8976}" type="presParOf" srcId="{EB40E5F8-A5B1-40D6-A2C5-E30F025CE036}" destId="{094C9D98-14E0-459D-93EA-AC90FDC47CF9}" srcOrd="1" destOrd="0" presId="urn:microsoft.com/office/officeart/2018/2/layout/IconVerticalSolidList"/>
    <dgm:cxn modelId="{CF82E444-07AA-4487-8EF7-548A97A78026}" type="presParOf" srcId="{EB40E5F8-A5B1-40D6-A2C5-E30F025CE036}" destId="{136E16A9-01F2-4E63-A98A-886BA32AAA50}" srcOrd="2" destOrd="0" presId="urn:microsoft.com/office/officeart/2018/2/layout/IconVerticalSolidList"/>
    <dgm:cxn modelId="{EA6A7061-6C18-48B2-B352-0AE25E5777D9}" type="presParOf" srcId="{EB40E5F8-A5B1-40D6-A2C5-E30F025CE036}" destId="{D6542727-32AD-43AD-B30C-1E63642A0E55}" srcOrd="3" destOrd="0" presId="urn:microsoft.com/office/officeart/2018/2/layout/IconVerticalSolidList"/>
    <dgm:cxn modelId="{8819F280-B8F2-4797-AA92-586A5219D2F3}" type="presParOf" srcId="{46A76FAA-A8EC-4097-AC88-C67FF992DCFE}" destId="{6FF24673-57A0-438D-9959-D4F5B90F4C23}" srcOrd="9" destOrd="0" presId="urn:microsoft.com/office/officeart/2018/2/layout/IconVerticalSolidList"/>
    <dgm:cxn modelId="{F1707AF8-1D8C-4C04-9E96-69863F70B472}" type="presParOf" srcId="{46A76FAA-A8EC-4097-AC88-C67FF992DCFE}" destId="{4833CED7-8012-4A4B-87E6-314998BF33D5}" srcOrd="10" destOrd="0" presId="urn:microsoft.com/office/officeart/2018/2/layout/IconVerticalSolidList"/>
    <dgm:cxn modelId="{4F42915B-B0AB-4621-B220-A130C02D2AF9}" type="presParOf" srcId="{4833CED7-8012-4A4B-87E6-314998BF33D5}" destId="{35D3A7E7-67D1-44EA-834A-819267BCD17C}" srcOrd="0" destOrd="0" presId="urn:microsoft.com/office/officeart/2018/2/layout/IconVerticalSolidList"/>
    <dgm:cxn modelId="{68CA5690-3C4F-4AFD-96CA-3AFF1B5C389C}" type="presParOf" srcId="{4833CED7-8012-4A4B-87E6-314998BF33D5}" destId="{A3B79737-912A-49A8-BA5E-3A7A904572D0}" srcOrd="1" destOrd="0" presId="urn:microsoft.com/office/officeart/2018/2/layout/IconVerticalSolidList"/>
    <dgm:cxn modelId="{71E88D9D-AA8C-4A29-9EE3-2EDEA80E0254}" type="presParOf" srcId="{4833CED7-8012-4A4B-87E6-314998BF33D5}" destId="{5A9AAEE3-1C2A-4CE9-A6A7-DD9B2E6BCC26}" srcOrd="2" destOrd="0" presId="urn:microsoft.com/office/officeart/2018/2/layout/IconVerticalSolidList"/>
    <dgm:cxn modelId="{67796201-1198-40C8-A75F-65369605BCB7}" type="presParOf" srcId="{4833CED7-8012-4A4B-87E6-314998BF33D5}" destId="{DB78EE53-5A13-40BB-912D-5708A6D7D3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156774-6030-40D3-BEE1-FA08C1494730}" type="doc">
      <dgm:prSet loTypeId="urn:microsoft.com/office/officeart/2005/8/layout/vList2" loCatId="list" qsTypeId="urn:microsoft.com/office/officeart/2005/8/quickstyle/3d3" qsCatId="3D" csTypeId="urn:microsoft.com/office/officeart/2005/8/colors/accent1_2" csCatId="accent1" phldr="1"/>
      <dgm:spPr/>
      <dgm:t>
        <a:bodyPr/>
        <a:lstStyle/>
        <a:p>
          <a:endParaRPr lang="en-IN"/>
        </a:p>
      </dgm:t>
    </dgm:pt>
    <dgm:pt modelId="{5E538517-F063-4230-87E0-CCB314652AF8}">
      <dgm:prSet/>
      <dgm:spPr/>
      <dgm:t>
        <a:bodyPr/>
        <a:lstStyle/>
        <a:p>
          <a:r>
            <a:rPr lang="en-IN" b="1" dirty="0"/>
            <a:t>System Verilog </a:t>
          </a:r>
          <a:r>
            <a:rPr lang="en-IN" dirty="0"/>
            <a:t>– For RTL coding of the parameterizable Kalman filter architecture </a:t>
          </a:r>
        </a:p>
      </dgm:t>
    </dgm:pt>
    <dgm:pt modelId="{0615C783-0C40-4FA9-B458-7E0326382F59}" type="parTrans" cxnId="{5565A6B0-BD1C-45E0-BC83-5E00FC25EA71}">
      <dgm:prSet/>
      <dgm:spPr/>
      <dgm:t>
        <a:bodyPr/>
        <a:lstStyle/>
        <a:p>
          <a:endParaRPr lang="en-IN"/>
        </a:p>
      </dgm:t>
    </dgm:pt>
    <dgm:pt modelId="{00263563-5663-4BDB-A645-139713AE4C3A}" type="sibTrans" cxnId="{5565A6B0-BD1C-45E0-BC83-5E00FC25EA71}">
      <dgm:prSet/>
      <dgm:spPr/>
      <dgm:t>
        <a:bodyPr/>
        <a:lstStyle/>
        <a:p>
          <a:endParaRPr lang="en-IN"/>
        </a:p>
      </dgm:t>
    </dgm:pt>
    <dgm:pt modelId="{676A2A1B-1D46-4387-8544-7FFC2339D4D6}">
      <dgm:prSet/>
      <dgm:spPr/>
      <dgm:t>
        <a:bodyPr/>
        <a:lstStyle/>
        <a:p>
          <a:r>
            <a:rPr lang="en-IN" b="1" dirty="0"/>
            <a:t>Synopsys VCS </a:t>
          </a:r>
          <a:r>
            <a:rPr lang="en-IN" dirty="0"/>
            <a:t>– For RTL functional simulation and basic sanity checks of the design</a:t>
          </a:r>
        </a:p>
      </dgm:t>
    </dgm:pt>
    <dgm:pt modelId="{3A1479EF-420A-4182-A34F-EDDF0DFC5EF7}" type="parTrans" cxnId="{D3D632E0-5BBB-49AF-BFE9-54D02E982F00}">
      <dgm:prSet/>
      <dgm:spPr/>
      <dgm:t>
        <a:bodyPr/>
        <a:lstStyle/>
        <a:p>
          <a:endParaRPr lang="en-IN"/>
        </a:p>
      </dgm:t>
    </dgm:pt>
    <dgm:pt modelId="{8B3F44E3-AEB3-487C-ADA8-6F905ED7D298}" type="sibTrans" cxnId="{D3D632E0-5BBB-49AF-BFE9-54D02E982F00}">
      <dgm:prSet/>
      <dgm:spPr/>
      <dgm:t>
        <a:bodyPr/>
        <a:lstStyle/>
        <a:p>
          <a:endParaRPr lang="en-IN"/>
        </a:p>
      </dgm:t>
    </dgm:pt>
    <dgm:pt modelId="{FB6DB9A4-E128-4EBB-94A9-B096345C60DF}">
      <dgm:prSet/>
      <dgm:spPr/>
      <dgm:t>
        <a:bodyPr/>
        <a:lstStyle/>
        <a:p>
          <a:r>
            <a:rPr lang="en-IN" b="1" dirty="0"/>
            <a:t>MATLAB</a:t>
          </a:r>
          <a:r>
            <a:rPr lang="en-IN" dirty="0"/>
            <a:t> – For Kalman filter algorithm modelling and fixed-point behaviour analysis </a:t>
          </a:r>
        </a:p>
      </dgm:t>
    </dgm:pt>
    <dgm:pt modelId="{C51AA37F-5826-4A22-A5B0-190261E9AC1D}" type="parTrans" cxnId="{BA3FAA9E-A6F1-4F43-B52F-E22F24DB5DD3}">
      <dgm:prSet/>
      <dgm:spPr/>
      <dgm:t>
        <a:bodyPr/>
        <a:lstStyle/>
        <a:p>
          <a:endParaRPr lang="en-IN"/>
        </a:p>
      </dgm:t>
    </dgm:pt>
    <dgm:pt modelId="{3BB98A17-4E79-4D6D-965C-BA56F260F883}" type="sibTrans" cxnId="{BA3FAA9E-A6F1-4F43-B52F-E22F24DB5DD3}">
      <dgm:prSet/>
      <dgm:spPr/>
      <dgm:t>
        <a:bodyPr/>
        <a:lstStyle/>
        <a:p>
          <a:endParaRPr lang="en-IN"/>
        </a:p>
      </dgm:t>
    </dgm:pt>
    <dgm:pt modelId="{D08ADB28-F058-4864-B3DB-20B65EE9CDE0}" type="pres">
      <dgm:prSet presAssocID="{8F156774-6030-40D3-BEE1-FA08C1494730}" presName="linear" presStyleCnt="0">
        <dgm:presLayoutVars>
          <dgm:animLvl val="lvl"/>
          <dgm:resizeHandles val="exact"/>
        </dgm:presLayoutVars>
      </dgm:prSet>
      <dgm:spPr/>
    </dgm:pt>
    <dgm:pt modelId="{4016AE5F-1B7D-4B9A-9EE0-3CB46C5172C7}" type="pres">
      <dgm:prSet presAssocID="{5E538517-F063-4230-87E0-CCB314652AF8}" presName="parentText" presStyleLbl="node1" presStyleIdx="0" presStyleCnt="3">
        <dgm:presLayoutVars>
          <dgm:chMax val="0"/>
          <dgm:bulletEnabled val="1"/>
        </dgm:presLayoutVars>
      </dgm:prSet>
      <dgm:spPr/>
    </dgm:pt>
    <dgm:pt modelId="{87EF5A81-4512-4CA9-BFFF-C9D1D7E4555F}" type="pres">
      <dgm:prSet presAssocID="{00263563-5663-4BDB-A645-139713AE4C3A}" presName="spacer" presStyleCnt="0"/>
      <dgm:spPr/>
    </dgm:pt>
    <dgm:pt modelId="{BC18688E-D91C-4619-B833-0FE0D64A82F3}" type="pres">
      <dgm:prSet presAssocID="{676A2A1B-1D46-4387-8544-7FFC2339D4D6}" presName="parentText" presStyleLbl="node1" presStyleIdx="1" presStyleCnt="3">
        <dgm:presLayoutVars>
          <dgm:chMax val="0"/>
          <dgm:bulletEnabled val="1"/>
        </dgm:presLayoutVars>
      </dgm:prSet>
      <dgm:spPr/>
    </dgm:pt>
    <dgm:pt modelId="{BC92C9D1-2871-4E4A-945D-28822F457000}" type="pres">
      <dgm:prSet presAssocID="{8B3F44E3-AEB3-487C-ADA8-6F905ED7D298}" presName="spacer" presStyleCnt="0"/>
      <dgm:spPr/>
    </dgm:pt>
    <dgm:pt modelId="{22B3ED9E-7337-406A-9296-56E3255FC6DF}" type="pres">
      <dgm:prSet presAssocID="{FB6DB9A4-E128-4EBB-94A9-B096345C60DF}" presName="parentText" presStyleLbl="node1" presStyleIdx="2" presStyleCnt="3">
        <dgm:presLayoutVars>
          <dgm:chMax val="0"/>
          <dgm:bulletEnabled val="1"/>
        </dgm:presLayoutVars>
      </dgm:prSet>
      <dgm:spPr/>
    </dgm:pt>
  </dgm:ptLst>
  <dgm:cxnLst>
    <dgm:cxn modelId="{51746138-551C-435F-A452-0F5460AC65B6}" type="presOf" srcId="{8F156774-6030-40D3-BEE1-FA08C1494730}" destId="{D08ADB28-F058-4864-B3DB-20B65EE9CDE0}" srcOrd="0" destOrd="0" presId="urn:microsoft.com/office/officeart/2005/8/layout/vList2"/>
    <dgm:cxn modelId="{CCAA7859-38D6-4EA3-A3AA-53180B5FE0B3}" type="presOf" srcId="{FB6DB9A4-E128-4EBB-94A9-B096345C60DF}" destId="{22B3ED9E-7337-406A-9296-56E3255FC6DF}" srcOrd="0" destOrd="0" presId="urn:microsoft.com/office/officeart/2005/8/layout/vList2"/>
    <dgm:cxn modelId="{7E7AA398-41C9-475F-A3FA-19D8CC80D2E6}" type="presOf" srcId="{676A2A1B-1D46-4387-8544-7FFC2339D4D6}" destId="{BC18688E-D91C-4619-B833-0FE0D64A82F3}" srcOrd="0" destOrd="0" presId="urn:microsoft.com/office/officeart/2005/8/layout/vList2"/>
    <dgm:cxn modelId="{BA3FAA9E-A6F1-4F43-B52F-E22F24DB5DD3}" srcId="{8F156774-6030-40D3-BEE1-FA08C1494730}" destId="{FB6DB9A4-E128-4EBB-94A9-B096345C60DF}" srcOrd="2" destOrd="0" parTransId="{C51AA37F-5826-4A22-A5B0-190261E9AC1D}" sibTransId="{3BB98A17-4E79-4D6D-965C-BA56F260F883}"/>
    <dgm:cxn modelId="{5565A6B0-BD1C-45E0-BC83-5E00FC25EA71}" srcId="{8F156774-6030-40D3-BEE1-FA08C1494730}" destId="{5E538517-F063-4230-87E0-CCB314652AF8}" srcOrd="0" destOrd="0" parTransId="{0615C783-0C40-4FA9-B458-7E0326382F59}" sibTransId="{00263563-5663-4BDB-A645-139713AE4C3A}"/>
    <dgm:cxn modelId="{70C27EB4-5256-4860-B935-9B279023BED8}" type="presOf" srcId="{5E538517-F063-4230-87E0-CCB314652AF8}" destId="{4016AE5F-1B7D-4B9A-9EE0-3CB46C5172C7}" srcOrd="0" destOrd="0" presId="urn:microsoft.com/office/officeart/2005/8/layout/vList2"/>
    <dgm:cxn modelId="{D3D632E0-5BBB-49AF-BFE9-54D02E982F00}" srcId="{8F156774-6030-40D3-BEE1-FA08C1494730}" destId="{676A2A1B-1D46-4387-8544-7FFC2339D4D6}" srcOrd="1" destOrd="0" parTransId="{3A1479EF-420A-4182-A34F-EDDF0DFC5EF7}" sibTransId="{8B3F44E3-AEB3-487C-ADA8-6F905ED7D298}"/>
    <dgm:cxn modelId="{C2AFF461-557F-4797-BB93-8020C74F176F}" type="presParOf" srcId="{D08ADB28-F058-4864-B3DB-20B65EE9CDE0}" destId="{4016AE5F-1B7D-4B9A-9EE0-3CB46C5172C7}" srcOrd="0" destOrd="0" presId="urn:microsoft.com/office/officeart/2005/8/layout/vList2"/>
    <dgm:cxn modelId="{92B87DBB-AE31-4B2F-A147-701B7C2F2310}" type="presParOf" srcId="{D08ADB28-F058-4864-B3DB-20B65EE9CDE0}" destId="{87EF5A81-4512-4CA9-BFFF-C9D1D7E4555F}" srcOrd="1" destOrd="0" presId="urn:microsoft.com/office/officeart/2005/8/layout/vList2"/>
    <dgm:cxn modelId="{23DA5277-C09F-404F-B136-7DAF59A46A3D}" type="presParOf" srcId="{D08ADB28-F058-4864-B3DB-20B65EE9CDE0}" destId="{BC18688E-D91C-4619-B833-0FE0D64A82F3}" srcOrd="2" destOrd="0" presId="urn:microsoft.com/office/officeart/2005/8/layout/vList2"/>
    <dgm:cxn modelId="{58C872CD-4E33-4F54-B9CD-40F7041CC6B2}" type="presParOf" srcId="{D08ADB28-F058-4864-B3DB-20B65EE9CDE0}" destId="{BC92C9D1-2871-4E4A-945D-28822F457000}" srcOrd="3" destOrd="0" presId="urn:microsoft.com/office/officeart/2005/8/layout/vList2"/>
    <dgm:cxn modelId="{9B839CAD-9415-4142-BF09-D02F3F0E233F}" type="presParOf" srcId="{D08ADB28-F058-4864-B3DB-20B65EE9CDE0}" destId="{22B3ED9E-7337-406A-9296-56E3255FC6D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6F4823-1A0D-4D7F-95C4-8EE80C4FA7B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FC0DADFB-BD93-4925-B0BD-FC0AAA4E6900}">
      <dgm:prSet/>
      <dgm:spPr/>
      <dgm:t>
        <a:bodyPr/>
        <a:lstStyle/>
        <a:p>
          <a:pPr>
            <a:lnSpc>
              <a:spcPct val="100000"/>
            </a:lnSpc>
          </a:pPr>
          <a:r>
            <a:rPr lang="en-IN"/>
            <a:t>Hardware acceleration using FPGA or ASIC deployment.</a:t>
          </a:r>
          <a:endParaRPr lang="en-US"/>
        </a:p>
      </dgm:t>
    </dgm:pt>
    <dgm:pt modelId="{C31EB4A3-A150-4F18-9D39-6EFB357810CD}" type="parTrans" cxnId="{58296955-721A-433E-B8D1-EC32A6FC24D3}">
      <dgm:prSet/>
      <dgm:spPr/>
      <dgm:t>
        <a:bodyPr/>
        <a:lstStyle/>
        <a:p>
          <a:endParaRPr lang="en-US"/>
        </a:p>
      </dgm:t>
    </dgm:pt>
    <dgm:pt modelId="{A8F29DF5-9B5B-4ED6-8820-CA28CF22FEA3}" type="sibTrans" cxnId="{58296955-721A-433E-B8D1-EC32A6FC24D3}">
      <dgm:prSet/>
      <dgm:spPr/>
      <dgm:t>
        <a:bodyPr/>
        <a:lstStyle/>
        <a:p>
          <a:pPr>
            <a:lnSpc>
              <a:spcPct val="100000"/>
            </a:lnSpc>
          </a:pPr>
          <a:endParaRPr lang="en-US"/>
        </a:p>
      </dgm:t>
    </dgm:pt>
    <dgm:pt modelId="{B8381444-DF28-4342-AE90-0184AF62C90F}">
      <dgm:prSet/>
      <dgm:spPr/>
      <dgm:t>
        <a:bodyPr/>
        <a:lstStyle/>
        <a:p>
          <a:pPr>
            <a:lnSpc>
              <a:spcPct val="100000"/>
            </a:lnSpc>
          </a:pPr>
          <a:r>
            <a:rPr lang="en-IN"/>
            <a:t>Integration with machine learning estimation models.</a:t>
          </a:r>
          <a:endParaRPr lang="en-US"/>
        </a:p>
      </dgm:t>
    </dgm:pt>
    <dgm:pt modelId="{D50F620A-CDAB-4310-BDBD-41177EC6AFCE}" type="parTrans" cxnId="{0A14AB47-306D-4CD4-AE02-2B02017E2D98}">
      <dgm:prSet/>
      <dgm:spPr/>
      <dgm:t>
        <a:bodyPr/>
        <a:lstStyle/>
        <a:p>
          <a:endParaRPr lang="en-US"/>
        </a:p>
      </dgm:t>
    </dgm:pt>
    <dgm:pt modelId="{EBE7E2A3-7DE5-43AC-9BD9-9C7EBE117170}" type="sibTrans" cxnId="{0A14AB47-306D-4CD4-AE02-2B02017E2D98}">
      <dgm:prSet/>
      <dgm:spPr/>
      <dgm:t>
        <a:bodyPr/>
        <a:lstStyle/>
        <a:p>
          <a:pPr>
            <a:lnSpc>
              <a:spcPct val="100000"/>
            </a:lnSpc>
          </a:pPr>
          <a:endParaRPr lang="en-US"/>
        </a:p>
      </dgm:t>
    </dgm:pt>
    <dgm:pt modelId="{EB5EA80F-A1A9-4C8F-B8CD-58B5D5D8FE34}">
      <dgm:prSet/>
      <dgm:spPr/>
      <dgm:t>
        <a:bodyPr/>
        <a:lstStyle/>
        <a:p>
          <a:pPr>
            <a:lnSpc>
              <a:spcPct val="100000"/>
            </a:lnSpc>
          </a:pPr>
          <a:r>
            <a:rPr lang="en-IN" dirty="0"/>
            <a:t>Adaptive filtering techniques.</a:t>
          </a:r>
          <a:endParaRPr lang="en-US" dirty="0"/>
        </a:p>
      </dgm:t>
    </dgm:pt>
    <dgm:pt modelId="{AF9FEFC2-DD49-4D4F-BAFF-E4C8363E119C}" type="parTrans" cxnId="{4709E6E8-911B-470E-8FF7-405C50C37FDC}">
      <dgm:prSet/>
      <dgm:spPr/>
      <dgm:t>
        <a:bodyPr/>
        <a:lstStyle/>
        <a:p>
          <a:endParaRPr lang="en-US"/>
        </a:p>
      </dgm:t>
    </dgm:pt>
    <dgm:pt modelId="{FCA21A32-90EA-490D-802C-6ED914F04015}" type="sibTrans" cxnId="{4709E6E8-911B-470E-8FF7-405C50C37FDC}">
      <dgm:prSet/>
      <dgm:spPr/>
      <dgm:t>
        <a:bodyPr/>
        <a:lstStyle/>
        <a:p>
          <a:pPr>
            <a:lnSpc>
              <a:spcPct val="100000"/>
            </a:lnSpc>
          </a:pPr>
          <a:endParaRPr lang="en-US"/>
        </a:p>
      </dgm:t>
    </dgm:pt>
    <dgm:pt modelId="{13BB8C72-5FEB-400F-B77C-D02CA9C32830}">
      <dgm:prSet/>
      <dgm:spPr/>
      <dgm:t>
        <a:bodyPr/>
        <a:lstStyle/>
        <a:p>
          <a:pPr>
            <a:lnSpc>
              <a:spcPct val="100000"/>
            </a:lnSpc>
          </a:pPr>
          <a:r>
            <a:rPr lang="en-IN"/>
            <a:t>Multi-sensor fusion systems.</a:t>
          </a:r>
          <a:endParaRPr lang="en-US"/>
        </a:p>
      </dgm:t>
    </dgm:pt>
    <dgm:pt modelId="{C8D66C57-A7F1-438C-B241-155F9BCD42F1}" type="parTrans" cxnId="{9F852357-4134-4500-BB88-A6E1F1B8C91B}">
      <dgm:prSet/>
      <dgm:spPr/>
      <dgm:t>
        <a:bodyPr/>
        <a:lstStyle/>
        <a:p>
          <a:endParaRPr lang="en-US"/>
        </a:p>
      </dgm:t>
    </dgm:pt>
    <dgm:pt modelId="{6A92351D-1DBD-436F-A467-2FB6DD819486}" type="sibTrans" cxnId="{9F852357-4134-4500-BB88-A6E1F1B8C91B}">
      <dgm:prSet/>
      <dgm:spPr/>
      <dgm:t>
        <a:bodyPr/>
        <a:lstStyle/>
        <a:p>
          <a:pPr>
            <a:lnSpc>
              <a:spcPct val="100000"/>
            </a:lnSpc>
          </a:pPr>
          <a:endParaRPr lang="en-US"/>
        </a:p>
      </dgm:t>
    </dgm:pt>
    <dgm:pt modelId="{DE322D85-64D3-4946-BAD5-7BBB89665A51}">
      <dgm:prSet/>
      <dgm:spPr/>
      <dgm:t>
        <a:bodyPr/>
        <a:lstStyle/>
        <a:p>
          <a:pPr>
            <a:lnSpc>
              <a:spcPct val="100000"/>
            </a:lnSpc>
          </a:pPr>
          <a:r>
            <a:rPr lang="en-IN"/>
            <a:t>Low-power embedded implementations.</a:t>
          </a:r>
          <a:endParaRPr lang="en-US"/>
        </a:p>
      </dgm:t>
    </dgm:pt>
    <dgm:pt modelId="{9DBA9953-7383-4A65-B4E9-3106FDB12078}" type="parTrans" cxnId="{DE6457D5-EFEF-49F1-B9DE-7BC3EE8D9F2B}">
      <dgm:prSet/>
      <dgm:spPr/>
      <dgm:t>
        <a:bodyPr/>
        <a:lstStyle/>
        <a:p>
          <a:endParaRPr lang="en-US"/>
        </a:p>
      </dgm:t>
    </dgm:pt>
    <dgm:pt modelId="{02EFFFF1-13A4-4B6F-9A6A-F144F2A3389A}" type="sibTrans" cxnId="{DE6457D5-EFEF-49F1-B9DE-7BC3EE8D9F2B}">
      <dgm:prSet/>
      <dgm:spPr/>
      <dgm:t>
        <a:bodyPr/>
        <a:lstStyle/>
        <a:p>
          <a:endParaRPr lang="en-US"/>
        </a:p>
      </dgm:t>
    </dgm:pt>
    <dgm:pt modelId="{63809461-4B2D-43D7-820F-7F2F10BE953B}" type="pres">
      <dgm:prSet presAssocID="{136F4823-1A0D-4D7F-95C4-8EE80C4FA7B5}" presName="root" presStyleCnt="0">
        <dgm:presLayoutVars>
          <dgm:dir/>
          <dgm:resizeHandles val="exact"/>
        </dgm:presLayoutVars>
      </dgm:prSet>
      <dgm:spPr/>
    </dgm:pt>
    <dgm:pt modelId="{E2C3A0C8-F979-47E2-B0FE-DD1F3338F514}" type="pres">
      <dgm:prSet presAssocID="{136F4823-1A0D-4D7F-95C4-8EE80C4FA7B5}" presName="container" presStyleCnt="0">
        <dgm:presLayoutVars>
          <dgm:dir/>
          <dgm:resizeHandles val="exact"/>
        </dgm:presLayoutVars>
      </dgm:prSet>
      <dgm:spPr/>
    </dgm:pt>
    <dgm:pt modelId="{566521B6-3FDD-424D-BC7D-CF5CCFD55D06}" type="pres">
      <dgm:prSet presAssocID="{FC0DADFB-BD93-4925-B0BD-FC0AAA4E6900}" presName="compNode" presStyleCnt="0"/>
      <dgm:spPr/>
    </dgm:pt>
    <dgm:pt modelId="{79745DE1-2F45-4F62-8D5E-53FA19EED715}" type="pres">
      <dgm:prSet presAssocID="{FC0DADFB-BD93-4925-B0BD-FC0AAA4E6900}" presName="iconBgRect" presStyleLbl="bgShp" presStyleIdx="0" presStyleCnt="5"/>
      <dgm:spPr/>
    </dgm:pt>
    <dgm:pt modelId="{3D42BEB8-5B1A-4474-9B72-BCED3FA07155}" type="pres">
      <dgm:prSet presAssocID="{FC0DADFB-BD93-4925-B0BD-FC0AAA4E6900}"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cessor"/>
        </a:ext>
      </dgm:extLst>
    </dgm:pt>
    <dgm:pt modelId="{A0FC913C-C0FC-47C3-B24E-1D4D48789D4C}" type="pres">
      <dgm:prSet presAssocID="{FC0DADFB-BD93-4925-B0BD-FC0AAA4E6900}" presName="spaceRect" presStyleCnt="0"/>
      <dgm:spPr/>
    </dgm:pt>
    <dgm:pt modelId="{21155708-F875-467A-B437-A2A58E53EB42}" type="pres">
      <dgm:prSet presAssocID="{FC0DADFB-BD93-4925-B0BD-FC0AAA4E6900}" presName="textRect" presStyleLbl="revTx" presStyleIdx="0" presStyleCnt="5">
        <dgm:presLayoutVars>
          <dgm:chMax val="1"/>
          <dgm:chPref val="1"/>
        </dgm:presLayoutVars>
      </dgm:prSet>
      <dgm:spPr/>
    </dgm:pt>
    <dgm:pt modelId="{DB3F110A-BFC8-4ED9-B1DC-56735D7FEBEC}" type="pres">
      <dgm:prSet presAssocID="{A8F29DF5-9B5B-4ED6-8820-CA28CF22FEA3}" presName="sibTrans" presStyleLbl="sibTrans2D1" presStyleIdx="0" presStyleCnt="0"/>
      <dgm:spPr/>
    </dgm:pt>
    <dgm:pt modelId="{F314E852-CD7E-4C7F-9558-ACB64C3215A2}" type="pres">
      <dgm:prSet presAssocID="{B8381444-DF28-4342-AE90-0184AF62C90F}" presName="compNode" presStyleCnt="0"/>
      <dgm:spPr/>
    </dgm:pt>
    <dgm:pt modelId="{B3BF49F9-4306-4A3B-9D89-3298956AAAD8}" type="pres">
      <dgm:prSet presAssocID="{B8381444-DF28-4342-AE90-0184AF62C90F}" presName="iconBgRect" presStyleLbl="bgShp" presStyleIdx="1" presStyleCnt="5"/>
      <dgm:spPr/>
    </dgm:pt>
    <dgm:pt modelId="{13CAEC02-F054-4DF6-98A2-2F896BC7083E}" type="pres">
      <dgm:prSet presAssocID="{B8381444-DF28-4342-AE90-0184AF62C90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DF2E88C4-B148-4B22-AE48-18662F7E1A1F}" type="pres">
      <dgm:prSet presAssocID="{B8381444-DF28-4342-AE90-0184AF62C90F}" presName="spaceRect" presStyleCnt="0"/>
      <dgm:spPr/>
    </dgm:pt>
    <dgm:pt modelId="{EEDC4F2E-798B-45DA-8078-215440E91800}" type="pres">
      <dgm:prSet presAssocID="{B8381444-DF28-4342-AE90-0184AF62C90F}" presName="textRect" presStyleLbl="revTx" presStyleIdx="1" presStyleCnt="5">
        <dgm:presLayoutVars>
          <dgm:chMax val="1"/>
          <dgm:chPref val="1"/>
        </dgm:presLayoutVars>
      </dgm:prSet>
      <dgm:spPr/>
    </dgm:pt>
    <dgm:pt modelId="{7E8AD33E-583B-4938-9447-66CAE262C456}" type="pres">
      <dgm:prSet presAssocID="{EBE7E2A3-7DE5-43AC-9BD9-9C7EBE117170}" presName="sibTrans" presStyleLbl="sibTrans2D1" presStyleIdx="0" presStyleCnt="0"/>
      <dgm:spPr/>
    </dgm:pt>
    <dgm:pt modelId="{3D66E7F5-CE48-4591-BA24-32950DCE67E7}" type="pres">
      <dgm:prSet presAssocID="{EB5EA80F-A1A9-4C8F-B8CD-58B5D5D8FE34}" presName="compNode" presStyleCnt="0"/>
      <dgm:spPr/>
    </dgm:pt>
    <dgm:pt modelId="{5BEB345F-4FFA-49BA-B400-00A2186FD524}" type="pres">
      <dgm:prSet presAssocID="{EB5EA80F-A1A9-4C8F-B8CD-58B5D5D8FE34}" presName="iconBgRect" presStyleLbl="bgShp" presStyleIdx="2" presStyleCnt="5"/>
      <dgm:spPr/>
    </dgm:pt>
    <dgm:pt modelId="{D022B1C1-8D13-450E-A6BF-213C7124FAEE}" type="pres">
      <dgm:prSet presAssocID="{EB5EA80F-A1A9-4C8F-B8CD-58B5D5D8FE34}"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d with Gears"/>
        </a:ext>
      </dgm:extLst>
    </dgm:pt>
    <dgm:pt modelId="{FCD08171-BED9-4080-8AAB-AE397CCEDA47}" type="pres">
      <dgm:prSet presAssocID="{EB5EA80F-A1A9-4C8F-B8CD-58B5D5D8FE34}" presName="spaceRect" presStyleCnt="0"/>
      <dgm:spPr/>
    </dgm:pt>
    <dgm:pt modelId="{5E45BDAB-C4DE-4752-B2B8-8E80A27424ED}" type="pres">
      <dgm:prSet presAssocID="{EB5EA80F-A1A9-4C8F-B8CD-58B5D5D8FE34}" presName="textRect" presStyleLbl="revTx" presStyleIdx="2" presStyleCnt="5">
        <dgm:presLayoutVars>
          <dgm:chMax val="1"/>
          <dgm:chPref val="1"/>
        </dgm:presLayoutVars>
      </dgm:prSet>
      <dgm:spPr/>
    </dgm:pt>
    <dgm:pt modelId="{A46FAC47-E1C5-42B0-9FBF-5CCE277680F7}" type="pres">
      <dgm:prSet presAssocID="{FCA21A32-90EA-490D-802C-6ED914F04015}" presName="sibTrans" presStyleLbl="sibTrans2D1" presStyleIdx="0" presStyleCnt="0"/>
      <dgm:spPr/>
    </dgm:pt>
    <dgm:pt modelId="{F0A9E027-2F1E-4FB5-97BE-E1E66DAF38F8}" type="pres">
      <dgm:prSet presAssocID="{13BB8C72-5FEB-400F-B77C-D02CA9C32830}" presName="compNode" presStyleCnt="0"/>
      <dgm:spPr/>
    </dgm:pt>
    <dgm:pt modelId="{CD251C3E-4D77-42AB-BEA3-5C00084A423D}" type="pres">
      <dgm:prSet presAssocID="{13BB8C72-5FEB-400F-B77C-D02CA9C32830}" presName="iconBgRect" presStyleLbl="bgShp" presStyleIdx="3" presStyleCnt="5"/>
      <dgm:spPr/>
    </dgm:pt>
    <dgm:pt modelId="{6017AA3A-35EE-46DD-84C3-08560247861C}" type="pres">
      <dgm:prSet presAssocID="{13BB8C72-5FEB-400F-B77C-D02CA9C3283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tom"/>
        </a:ext>
      </dgm:extLst>
    </dgm:pt>
    <dgm:pt modelId="{B8D3BF13-9972-42E5-AC83-B40BC581F595}" type="pres">
      <dgm:prSet presAssocID="{13BB8C72-5FEB-400F-B77C-D02CA9C32830}" presName="spaceRect" presStyleCnt="0"/>
      <dgm:spPr/>
    </dgm:pt>
    <dgm:pt modelId="{7CEB4E1F-95B2-4643-B7CE-95B70C068D12}" type="pres">
      <dgm:prSet presAssocID="{13BB8C72-5FEB-400F-B77C-D02CA9C32830}" presName="textRect" presStyleLbl="revTx" presStyleIdx="3" presStyleCnt="5">
        <dgm:presLayoutVars>
          <dgm:chMax val="1"/>
          <dgm:chPref val="1"/>
        </dgm:presLayoutVars>
      </dgm:prSet>
      <dgm:spPr/>
    </dgm:pt>
    <dgm:pt modelId="{F18740C3-C400-416C-9A56-A370D3F2DF99}" type="pres">
      <dgm:prSet presAssocID="{6A92351D-1DBD-436F-A467-2FB6DD819486}" presName="sibTrans" presStyleLbl="sibTrans2D1" presStyleIdx="0" presStyleCnt="0"/>
      <dgm:spPr/>
    </dgm:pt>
    <dgm:pt modelId="{905F240B-CE9E-42AB-9BAB-392D3CF77FB9}" type="pres">
      <dgm:prSet presAssocID="{DE322D85-64D3-4946-BAD5-7BBB89665A51}" presName="compNode" presStyleCnt="0"/>
      <dgm:spPr/>
    </dgm:pt>
    <dgm:pt modelId="{0D63F83A-B66F-4609-9FB6-8ECEDC0E2E11}" type="pres">
      <dgm:prSet presAssocID="{DE322D85-64D3-4946-BAD5-7BBB89665A51}" presName="iconBgRect" presStyleLbl="bgShp" presStyleIdx="4" presStyleCnt="5"/>
      <dgm:spPr/>
    </dgm:pt>
    <dgm:pt modelId="{EC7459A8-CBD8-4D75-9303-07C5027EDA57}" type="pres">
      <dgm:prSet presAssocID="{DE322D85-64D3-4946-BAD5-7BBB89665A5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Wireless router"/>
        </a:ext>
      </dgm:extLst>
    </dgm:pt>
    <dgm:pt modelId="{1C5B8028-0CC3-4CD7-B108-583A82A3FD3F}" type="pres">
      <dgm:prSet presAssocID="{DE322D85-64D3-4946-BAD5-7BBB89665A51}" presName="spaceRect" presStyleCnt="0"/>
      <dgm:spPr/>
    </dgm:pt>
    <dgm:pt modelId="{625B34B6-DCB0-40A4-A98F-829140A0284F}" type="pres">
      <dgm:prSet presAssocID="{DE322D85-64D3-4946-BAD5-7BBB89665A51}" presName="textRect" presStyleLbl="revTx" presStyleIdx="4" presStyleCnt="5">
        <dgm:presLayoutVars>
          <dgm:chMax val="1"/>
          <dgm:chPref val="1"/>
        </dgm:presLayoutVars>
      </dgm:prSet>
      <dgm:spPr/>
    </dgm:pt>
  </dgm:ptLst>
  <dgm:cxnLst>
    <dgm:cxn modelId="{84BDFA23-B984-4782-ABA5-7236E8495AF5}" type="presOf" srcId="{B8381444-DF28-4342-AE90-0184AF62C90F}" destId="{EEDC4F2E-798B-45DA-8078-215440E91800}" srcOrd="0" destOrd="0" presId="urn:microsoft.com/office/officeart/2018/2/layout/IconCircleList"/>
    <dgm:cxn modelId="{E6352839-C307-490A-A49B-E71603573DDC}" type="presOf" srcId="{FC0DADFB-BD93-4925-B0BD-FC0AAA4E6900}" destId="{21155708-F875-467A-B437-A2A58E53EB42}" srcOrd="0" destOrd="0" presId="urn:microsoft.com/office/officeart/2018/2/layout/IconCircleList"/>
    <dgm:cxn modelId="{0A14AB47-306D-4CD4-AE02-2B02017E2D98}" srcId="{136F4823-1A0D-4D7F-95C4-8EE80C4FA7B5}" destId="{B8381444-DF28-4342-AE90-0184AF62C90F}" srcOrd="1" destOrd="0" parTransId="{D50F620A-CDAB-4310-BDBD-41177EC6AFCE}" sibTransId="{EBE7E2A3-7DE5-43AC-9BD9-9C7EBE117170}"/>
    <dgm:cxn modelId="{97341672-998D-4F27-9A4E-D56357AC697A}" type="presOf" srcId="{EB5EA80F-A1A9-4C8F-B8CD-58B5D5D8FE34}" destId="{5E45BDAB-C4DE-4752-B2B8-8E80A27424ED}" srcOrd="0" destOrd="0" presId="urn:microsoft.com/office/officeart/2018/2/layout/IconCircleList"/>
    <dgm:cxn modelId="{58296955-721A-433E-B8D1-EC32A6FC24D3}" srcId="{136F4823-1A0D-4D7F-95C4-8EE80C4FA7B5}" destId="{FC0DADFB-BD93-4925-B0BD-FC0AAA4E6900}" srcOrd="0" destOrd="0" parTransId="{C31EB4A3-A150-4F18-9D39-6EFB357810CD}" sibTransId="{A8F29DF5-9B5B-4ED6-8820-CA28CF22FEA3}"/>
    <dgm:cxn modelId="{9F852357-4134-4500-BB88-A6E1F1B8C91B}" srcId="{136F4823-1A0D-4D7F-95C4-8EE80C4FA7B5}" destId="{13BB8C72-5FEB-400F-B77C-D02CA9C32830}" srcOrd="3" destOrd="0" parTransId="{C8D66C57-A7F1-438C-B241-155F9BCD42F1}" sibTransId="{6A92351D-1DBD-436F-A467-2FB6DD819486}"/>
    <dgm:cxn modelId="{641B4083-AD04-4248-B459-777E963A6386}" type="presOf" srcId="{A8F29DF5-9B5B-4ED6-8820-CA28CF22FEA3}" destId="{DB3F110A-BFC8-4ED9-B1DC-56735D7FEBEC}" srcOrd="0" destOrd="0" presId="urn:microsoft.com/office/officeart/2018/2/layout/IconCircleList"/>
    <dgm:cxn modelId="{89297B86-8544-4A35-9B17-CB43A07AB256}" type="presOf" srcId="{DE322D85-64D3-4946-BAD5-7BBB89665A51}" destId="{625B34B6-DCB0-40A4-A98F-829140A0284F}" srcOrd="0" destOrd="0" presId="urn:microsoft.com/office/officeart/2018/2/layout/IconCircleList"/>
    <dgm:cxn modelId="{26E2FB8C-EE10-4D11-B9FA-4A161B44A505}" type="presOf" srcId="{136F4823-1A0D-4D7F-95C4-8EE80C4FA7B5}" destId="{63809461-4B2D-43D7-820F-7F2F10BE953B}" srcOrd="0" destOrd="0" presId="urn:microsoft.com/office/officeart/2018/2/layout/IconCircleList"/>
    <dgm:cxn modelId="{42FF5CA0-3E3E-4A67-A32E-52E2D299BFD8}" type="presOf" srcId="{FCA21A32-90EA-490D-802C-6ED914F04015}" destId="{A46FAC47-E1C5-42B0-9FBF-5CCE277680F7}" srcOrd="0" destOrd="0" presId="urn:microsoft.com/office/officeart/2018/2/layout/IconCircleList"/>
    <dgm:cxn modelId="{A3734ECE-4E1D-4E5C-864F-303F09B6779A}" type="presOf" srcId="{6A92351D-1DBD-436F-A467-2FB6DD819486}" destId="{F18740C3-C400-416C-9A56-A370D3F2DF99}" srcOrd="0" destOrd="0" presId="urn:microsoft.com/office/officeart/2018/2/layout/IconCircleList"/>
    <dgm:cxn modelId="{DE6457D5-EFEF-49F1-B9DE-7BC3EE8D9F2B}" srcId="{136F4823-1A0D-4D7F-95C4-8EE80C4FA7B5}" destId="{DE322D85-64D3-4946-BAD5-7BBB89665A51}" srcOrd="4" destOrd="0" parTransId="{9DBA9953-7383-4A65-B4E9-3106FDB12078}" sibTransId="{02EFFFF1-13A4-4B6F-9A6A-F144F2A3389A}"/>
    <dgm:cxn modelId="{5EC529E5-C3C2-4514-AEC0-CFEAD92A9D20}" type="presOf" srcId="{EBE7E2A3-7DE5-43AC-9BD9-9C7EBE117170}" destId="{7E8AD33E-583B-4938-9447-66CAE262C456}" srcOrd="0" destOrd="0" presId="urn:microsoft.com/office/officeart/2018/2/layout/IconCircleList"/>
    <dgm:cxn modelId="{4709E6E8-911B-470E-8FF7-405C50C37FDC}" srcId="{136F4823-1A0D-4D7F-95C4-8EE80C4FA7B5}" destId="{EB5EA80F-A1A9-4C8F-B8CD-58B5D5D8FE34}" srcOrd="2" destOrd="0" parTransId="{AF9FEFC2-DD49-4D4F-BAFF-E4C8363E119C}" sibTransId="{FCA21A32-90EA-490D-802C-6ED914F04015}"/>
    <dgm:cxn modelId="{8797D1ED-3124-4D5C-A8F5-7614516A8C74}" type="presOf" srcId="{13BB8C72-5FEB-400F-B77C-D02CA9C32830}" destId="{7CEB4E1F-95B2-4643-B7CE-95B70C068D12}" srcOrd="0" destOrd="0" presId="urn:microsoft.com/office/officeart/2018/2/layout/IconCircleList"/>
    <dgm:cxn modelId="{81406AB8-7709-4F03-BF1E-46B7A1AA67A0}" type="presParOf" srcId="{63809461-4B2D-43D7-820F-7F2F10BE953B}" destId="{E2C3A0C8-F979-47E2-B0FE-DD1F3338F514}" srcOrd="0" destOrd="0" presId="urn:microsoft.com/office/officeart/2018/2/layout/IconCircleList"/>
    <dgm:cxn modelId="{55F8CA27-F0C0-40BA-90E0-87AECD54E757}" type="presParOf" srcId="{E2C3A0C8-F979-47E2-B0FE-DD1F3338F514}" destId="{566521B6-3FDD-424D-BC7D-CF5CCFD55D06}" srcOrd="0" destOrd="0" presId="urn:microsoft.com/office/officeart/2018/2/layout/IconCircleList"/>
    <dgm:cxn modelId="{A09ED0F7-D96A-425F-AD9F-C0E8AD070D67}" type="presParOf" srcId="{566521B6-3FDD-424D-BC7D-CF5CCFD55D06}" destId="{79745DE1-2F45-4F62-8D5E-53FA19EED715}" srcOrd="0" destOrd="0" presId="urn:microsoft.com/office/officeart/2018/2/layout/IconCircleList"/>
    <dgm:cxn modelId="{3F9818DB-1C4B-44E5-BA19-FFC2BF544DD3}" type="presParOf" srcId="{566521B6-3FDD-424D-BC7D-CF5CCFD55D06}" destId="{3D42BEB8-5B1A-4474-9B72-BCED3FA07155}" srcOrd="1" destOrd="0" presId="urn:microsoft.com/office/officeart/2018/2/layout/IconCircleList"/>
    <dgm:cxn modelId="{A4C0D456-53CC-44C8-AFDF-BADE8A0D2DDC}" type="presParOf" srcId="{566521B6-3FDD-424D-BC7D-CF5CCFD55D06}" destId="{A0FC913C-C0FC-47C3-B24E-1D4D48789D4C}" srcOrd="2" destOrd="0" presId="urn:microsoft.com/office/officeart/2018/2/layout/IconCircleList"/>
    <dgm:cxn modelId="{6D57AEEE-0EBD-4BB3-B1BB-5D244DBD8E23}" type="presParOf" srcId="{566521B6-3FDD-424D-BC7D-CF5CCFD55D06}" destId="{21155708-F875-467A-B437-A2A58E53EB42}" srcOrd="3" destOrd="0" presId="urn:microsoft.com/office/officeart/2018/2/layout/IconCircleList"/>
    <dgm:cxn modelId="{04C1295F-6912-4ADD-8A5D-A147472681AD}" type="presParOf" srcId="{E2C3A0C8-F979-47E2-B0FE-DD1F3338F514}" destId="{DB3F110A-BFC8-4ED9-B1DC-56735D7FEBEC}" srcOrd="1" destOrd="0" presId="urn:microsoft.com/office/officeart/2018/2/layout/IconCircleList"/>
    <dgm:cxn modelId="{02AAA8AF-7A59-40F8-91A7-6522025523A3}" type="presParOf" srcId="{E2C3A0C8-F979-47E2-B0FE-DD1F3338F514}" destId="{F314E852-CD7E-4C7F-9558-ACB64C3215A2}" srcOrd="2" destOrd="0" presId="urn:microsoft.com/office/officeart/2018/2/layout/IconCircleList"/>
    <dgm:cxn modelId="{4F34898D-A1D8-40A2-8D05-80F85350D803}" type="presParOf" srcId="{F314E852-CD7E-4C7F-9558-ACB64C3215A2}" destId="{B3BF49F9-4306-4A3B-9D89-3298956AAAD8}" srcOrd="0" destOrd="0" presId="urn:microsoft.com/office/officeart/2018/2/layout/IconCircleList"/>
    <dgm:cxn modelId="{71883EB0-A5EF-4A18-A578-1D9B01B17F5C}" type="presParOf" srcId="{F314E852-CD7E-4C7F-9558-ACB64C3215A2}" destId="{13CAEC02-F054-4DF6-98A2-2F896BC7083E}" srcOrd="1" destOrd="0" presId="urn:microsoft.com/office/officeart/2018/2/layout/IconCircleList"/>
    <dgm:cxn modelId="{801BD538-691B-463C-986E-CB56D69D3D4D}" type="presParOf" srcId="{F314E852-CD7E-4C7F-9558-ACB64C3215A2}" destId="{DF2E88C4-B148-4B22-AE48-18662F7E1A1F}" srcOrd="2" destOrd="0" presId="urn:microsoft.com/office/officeart/2018/2/layout/IconCircleList"/>
    <dgm:cxn modelId="{3BF53F1D-4B04-4692-8712-B1836E8B4510}" type="presParOf" srcId="{F314E852-CD7E-4C7F-9558-ACB64C3215A2}" destId="{EEDC4F2E-798B-45DA-8078-215440E91800}" srcOrd="3" destOrd="0" presId="urn:microsoft.com/office/officeart/2018/2/layout/IconCircleList"/>
    <dgm:cxn modelId="{20F00ED3-613A-4FDC-BEC7-A43806C8BE46}" type="presParOf" srcId="{E2C3A0C8-F979-47E2-B0FE-DD1F3338F514}" destId="{7E8AD33E-583B-4938-9447-66CAE262C456}" srcOrd="3" destOrd="0" presId="urn:microsoft.com/office/officeart/2018/2/layout/IconCircleList"/>
    <dgm:cxn modelId="{58556CC8-D36C-4396-9B5C-32601E6145F6}" type="presParOf" srcId="{E2C3A0C8-F979-47E2-B0FE-DD1F3338F514}" destId="{3D66E7F5-CE48-4591-BA24-32950DCE67E7}" srcOrd="4" destOrd="0" presId="urn:microsoft.com/office/officeart/2018/2/layout/IconCircleList"/>
    <dgm:cxn modelId="{7F19570E-ECCE-4119-8F40-C2488C481D11}" type="presParOf" srcId="{3D66E7F5-CE48-4591-BA24-32950DCE67E7}" destId="{5BEB345F-4FFA-49BA-B400-00A2186FD524}" srcOrd="0" destOrd="0" presId="urn:microsoft.com/office/officeart/2018/2/layout/IconCircleList"/>
    <dgm:cxn modelId="{16CB4D0E-04B6-4201-B9E2-F73A4A1E3AAF}" type="presParOf" srcId="{3D66E7F5-CE48-4591-BA24-32950DCE67E7}" destId="{D022B1C1-8D13-450E-A6BF-213C7124FAEE}" srcOrd="1" destOrd="0" presId="urn:microsoft.com/office/officeart/2018/2/layout/IconCircleList"/>
    <dgm:cxn modelId="{BAD2A768-E5B0-4844-80ED-60EAC4A381CE}" type="presParOf" srcId="{3D66E7F5-CE48-4591-BA24-32950DCE67E7}" destId="{FCD08171-BED9-4080-8AAB-AE397CCEDA47}" srcOrd="2" destOrd="0" presId="urn:microsoft.com/office/officeart/2018/2/layout/IconCircleList"/>
    <dgm:cxn modelId="{F71E94BB-ABD7-4346-8195-49CC0A1181E0}" type="presParOf" srcId="{3D66E7F5-CE48-4591-BA24-32950DCE67E7}" destId="{5E45BDAB-C4DE-4752-B2B8-8E80A27424ED}" srcOrd="3" destOrd="0" presId="urn:microsoft.com/office/officeart/2018/2/layout/IconCircleList"/>
    <dgm:cxn modelId="{C06B1899-ADE0-4277-BCB3-5E55C4313727}" type="presParOf" srcId="{E2C3A0C8-F979-47E2-B0FE-DD1F3338F514}" destId="{A46FAC47-E1C5-42B0-9FBF-5CCE277680F7}" srcOrd="5" destOrd="0" presId="urn:microsoft.com/office/officeart/2018/2/layout/IconCircleList"/>
    <dgm:cxn modelId="{4F94CBCF-D9C6-462A-8828-CB68EBB3BF69}" type="presParOf" srcId="{E2C3A0C8-F979-47E2-B0FE-DD1F3338F514}" destId="{F0A9E027-2F1E-4FB5-97BE-E1E66DAF38F8}" srcOrd="6" destOrd="0" presId="urn:microsoft.com/office/officeart/2018/2/layout/IconCircleList"/>
    <dgm:cxn modelId="{7082C79F-8740-4AD2-BFDC-89C7A496C6FC}" type="presParOf" srcId="{F0A9E027-2F1E-4FB5-97BE-E1E66DAF38F8}" destId="{CD251C3E-4D77-42AB-BEA3-5C00084A423D}" srcOrd="0" destOrd="0" presId="urn:microsoft.com/office/officeart/2018/2/layout/IconCircleList"/>
    <dgm:cxn modelId="{2D87811D-D8A7-41DC-940F-78A4F91A7BAA}" type="presParOf" srcId="{F0A9E027-2F1E-4FB5-97BE-E1E66DAF38F8}" destId="{6017AA3A-35EE-46DD-84C3-08560247861C}" srcOrd="1" destOrd="0" presId="urn:microsoft.com/office/officeart/2018/2/layout/IconCircleList"/>
    <dgm:cxn modelId="{8DD2568A-09F7-420A-909C-637B1CC0FFF1}" type="presParOf" srcId="{F0A9E027-2F1E-4FB5-97BE-E1E66DAF38F8}" destId="{B8D3BF13-9972-42E5-AC83-B40BC581F595}" srcOrd="2" destOrd="0" presId="urn:microsoft.com/office/officeart/2018/2/layout/IconCircleList"/>
    <dgm:cxn modelId="{DD2CC254-B8D1-4A85-B799-9D274852F1D5}" type="presParOf" srcId="{F0A9E027-2F1E-4FB5-97BE-E1E66DAF38F8}" destId="{7CEB4E1F-95B2-4643-B7CE-95B70C068D12}" srcOrd="3" destOrd="0" presId="urn:microsoft.com/office/officeart/2018/2/layout/IconCircleList"/>
    <dgm:cxn modelId="{F42008E6-5396-4F57-9390-90502137392A}" type="presParOf" srcId="{E2C3A0C8-F979-47E2-B0FE-DD1F3338F514}" destId="{F18740C3-C400-416C-9A56-A370D3F2DF99}" srcOrd="7" destOrd="0" presId="urn:microsoft.com/office/officeart/2018/2/layout/IconCircleList"/>
    <dgm:cxn modelId="{F1DAE575-44CE-4813-B59A-B5B392F9A06B}" type="presParOf" srcId="{E2C3A0C8-F979-47E2-B0FE-DD1F3338F514}" destId="{905F240B-CE9E-42AB-9BAB-392D3CF77FB9}" srcOrd="8" destOrd="0" presId="urn:microsoft.com/office/officeart/2018/2/layout/IconCircleList"/>
    <dgm:cxn modelId="{9FF313E6-8EEB-4AD1-8611-EA7EF3A5B482}" type="presParOf" srcId="{905F240B-CE9E-42AB-9BAB-392D3CF77FB9}" destId="{0D63F83A-B66F-4609-9FB6-8ECEDC0E2E11}" srcOrd="0" destOrd="0" presId="urn:microsoft.com/office/officeart/2018/2/layout/IconCircleList"/>
    <dgm:cxn modelId="{81B2F88D-1DC5-449E-AD2B-217708984C73}" type="presParOf" srcId="{905F240B-CE9E-42AB-9BAB-392D3CF77FB9}" destId="{EC7459A8-CBD8-4D75-9303-07C5027EDA57}" srcOrd="1" destOrd="0" presId="urn:microsoft.com/office/officeart/2018/2/layout/IconCircleList"/>
    <dgm:cxn modelId="{0D3DE09C-A007-49B4-BCC1-69CEF92BD03F}" type="presParOf" srcId="{905F240B-CE9E-42AB-9BAB-392D3CF77FB9}" destId="{1C5B8028-0CC3-4CD7-B108-583A82A3FD3F}" srcOrd="2" destOrd="0" presId="urn:microsoft.com/office/officeart/2018/2/layout/IconCircleList"/>
    <dgm:cxn modelId="{D390DEE4-7034-40B2-BDD5-856C4F657016}" type="presParOf" srcId="{905F240B-CE9E-42AB-9BAB-392D3CF77FB9}" destId="{625B34B6-DCB0-40A4-A98F-829140A0284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1F3858-6A7F-495A-BD88-252B7343A2F5}">
      <dsp:nvSpPr>
        <dsp:cNvPr id="0" name=""/>
        <dsp:cNvSpPr/>
      </dsp:nvSpPr>
      <dsp:spPr>
        <a:xfrm>
          <a:off x="0" y="2251"/>
          <a:ext cx="5400112"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65697F-B2FD-4CC1-98DD-05AE42323CDE}">
      <dsp:nvSpPr>
        <dsp:cNvPr id="0" name=""/>
        <dsp:cNvSpPr/>
      </dsp:nvSpPr>
      <dsp:spPr>
        <a:xfrm>
          <a:off x="0" y="2251"/>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The Kalman filter operates in repeated stages at each time step to estimate the system state accurately:</a:t>
          </a:r>
          <a:endParaRPr lang="en-US" sz="1100" kern="1200"/>
        </a:p>
      </dsp:txBody>
      <dsp:txXfrm>
        <a:off x="0" y="2251"/>
        <a:ext cx="5400112" cy="383853"/>
      </dsp:txXfrm>
    </dsp:sp>
    <dsp:sp modelId="{6D9A11BB-2BA8-4E54-8E7A-B19CD40E4A7B}">
      <dsp:nvSpPr>
        <dsp:cNvPr id="0" name=""/>
        <dsp:cNvSpPr/>
      </dsp:nvSpPr>
      <dsp:spPr>
        <a:xfrm>
          <a:off x="0" y="386105"/>
          <a:ext cx="5400112" cy="0"/>
        </a:xfrm>
        <a:prstGeom prst="line">
          <a:avLst/>
        </a:prstGeom>
        <a:solidFill>
          <a:schemeClr val="accent2">
            <a:hueOff val="-120307"/>
            <a:satOff val="136"/>
            <a:lumOff val="321"/>
            <a:alphaOff val="0"/>
          </a:schemeClr>
        </a:solidFill>
        <a:ln w="15875" cap="flat" cmpd="sng" algn="ctr">
          <a:solidFill>
            <a:schemeClr val="accent2">
              <a:hueOff val="-120307"/>
              <a:satOff val="136"/>
              <a:lumOff val="32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D40C29-E3C0-4EF8-9F81-A76903ECA6C9}">
      <dsp:nvSpPr>
        <dsp:cNvPr id="0" name=""/>
        <dsp:cNvSpPr/>
      </dsp:nvSpPr>
      <dsp:spPr>
        <a:xfrm>
          <a:off x="0" y="386105"/>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1. State Prediction</a:t>
          </a:r>
          <a:endParaRPr lang="en-US" sz="1100" kern="1200"/>
        </a:p>
      </dsp:txBody>
      <dsp:txXfrm>
        <a:off x="0" y="386105"/>
        <a:ext cx="5400112" cy="383853"/>
      </dsp:txXfrm>
    </dsp:sp>
    <dsp:sp modelId="{6717AABF-EEAF-4F93-8D64-11B20FE2E11B}">
      <dsp:nvSpPr>
        <dsp:cNvPr id="0" name=""/>
        <dsp:cNvSpPr/>
      </dsp:nvSpPr>
      <dsp:spPr>
        <a:xfrm>
          <a:off x="0" y="769958"/>
          <a:ext cx="5400112" cy="0"/>
        </a:xfrm>
        <a:prstGeom prst="line">
          <a:avLst/>
        </a:prstGeom>
        <a:solidFill>
          <a:schemeClr val="accent2">
            <a:hueOff val="-240613"/>
            <a:satOff val="271"/>
            <a:lumOff val="642"/>
            <a:alphaOff val="0"/>
          </a:schemeClr>
        </a:solidFill>
        <a:ln w="15875" cap="flat" cmpd="sng" algn="ctr">
          <a:solidFill>
            <a:schemeClr val="accent2">
              <a:hueOff val="-240613"/>
              <a:satOff val="271"/>
              <a:lumOff val="64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849B95-AFE9-4BC7-B8B7-2911179387B7}">
      <dsp:nvSpPr>
        <dsp:cNvPr id="0" name=""/>
        <dsp:cNvSpPr/>
      </dsp:nvSpPr>
      <dsp:spPr>
        <a:xfrm>
          <a:off x="0" y="769958"/>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Predicts the next state of the system using the previous estimate and system model.</a:t>
          </a:r>
          <a:endParaRPr lang="en-US" sz="1100" kern="1200"/>
        </a:p>
      </dsp:txBody>
      <dsp:txXfrm>
        <a:off x="0" y="769958"/>
        <a:ext cx="5400112" cy="383853"/>
      </dsp:txXfrm>
    </dsp:sp>
    <dsp:sp modelId="{F7349339-4A51-46B1-BA28-41E7293C9BB7}">
      <dsp:nvSpPr>
        <dsp:cNvPr id="0" name=""/>
        <dsp:cNvSpPr/>
      </dsp:nvSpPr>
      <dsp:spPr>
        <a:xfrm>
          <a:off x="0" y="1153812"/>
          <a:ext cx="5400112" cy="0"/>
        </a:xfrm>
        <a:prstGeom prst="line">
          <a:avLst/>
        </a:prstGeom>
        <a:solidFill>
          <a:schemeClr val="accent2">
            <a:hueOff val="-360920"/>
            <a:satOff val="407"/>
            <a:lumOff val="963"/>
            <a:alphaOff val="0"/>
          </a:schemeClr>
        </a:solidFill>
        <a:ln w="15875" cap="flat" cmpd="sng" algn="ctr">
          <a:solidFill>
            <a:schemeClr val="accent2">
              <a:hueOff val="-360920"/>
              <a:satOff val="407"/>
              <a:lumOff val="9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6BB2DC-CE73-4CDD-B3F9-0492DE4DBB73}">
      <dsp:nvSpPr>
        <dsp:cNvPr id="0" name=""/>
        <dsp:cNvSpPr/>
      </dsp:nvSpPr>
      <dsp:spPr>
        <a:xfrm>
          <a:off x="0" y="1153812"/>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2. Covariance Prediction</a:t>
          </a:r>
          <a:endParaRPr lang="en-US" sz="1100" kern="1200"/>
        </a:p>
      </dsp:txBody>
      <dsp:txXfrm>
        <a:off x="0" y="1153812"/>
        <a:ext cx="5400112" cy="383853"/>
      </dsp:txXfrm>
    </dsp:sp>
    <dsp:sp modelId="{FCAD2886-D08E-4840-B33E-1909A56A9175}">
      <dsp:nvSpPr>
        <dsp:cNvPr id="0" name=""/>
        <dsp:cNvSpPr/>
      </dsp:nvSpPr>
      <dsp:spPr>
        <a:xfrm>
          <a:off x="0" y="1537666"/>
          <a:ext cx="5400112" cy="0"/>
        </a:xfrm>
        <a:prstGeom prst="line">
          <a:avLst/>
        </a:prstGeom>
        <a:solidFill>
          <a:schemeClr val="accent2">
            <a:hueOff val="-481226"/>
            <a:satOff val="543"/>
            <a:lumOff val="1284"/>
            <a:alphaOff val="0"/>
          </a:schemeClr>
        </a:solidFill>
        <a:ln w="15875" cap="flat" cmpd="sng" algn="ctr">
          <a:solidFill>
            <a:schemeClr val="accent2">
              <a:hueOff val="-481226"/>
              <a:satOff val="543"/>
              <a:lumOff val="128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AE0DCE-5AD0-46C4-A29F-2ED0C0809631}">
      <dsp:nvSpPr>
        <dsp:cNvPr id="0" name=""/>
        <dsp:cNvSpPr/>
      </dsp:nvSpPr>
      <dsp:spPr>
        <a:xfrm>
          <a:off x="0" y="1537666"/>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Updates the uncertainty (error covariance) associated with the predicted state.</a:t>
          </a:r>
          <a:endParaRPr lang="en-US" sz="1100" kern="1200"/>
        </a:p>
      </dsp:txBody>
      <dsp:txXfrm>
        <a:off x="0" y="1537666"/>
        <a:ext cx="5400112" cy="383853"/>
      </dsp:txXfrm>
    </dsp:sp>
    <dsp:sp modelId="{EE147EDB-E9BD-4FB9-BAAB-A9647C11282C}">
      <dsp:nvSpPr>
        <dsp:cNvPr id="0" name=""/>
        <dsp:cNvSpPr/>
      </dsp:nvSpPr>
      <dsp:spPr>
        <a:xfrm>
          <a:off x="0" y="1921519"/>
          <a:ext cx="5400112" cy="0"/>
        </a:xfrm>
        <a:prstGeom prst="line">
          <a:avLst/>
        </a:prstGeom>
        <a:solidFill>
          <a:schemeClr val="accent2">
            <a:hueOff val="-601533"/>
            <a:satOff val="678"/>
            <a:lumOff val="1605"/>
            <a:alphaOff val="0"/>
          </a:schemeClr>
        </a:solidFill>
        <a:ln w="15875" cap="flat" cmpd="sng" algn="ctr">
          <a:solidFill>
            <a:schemeClr val="accent2">
              <a:hueOff val="-601533"/>
              <a:satOff val="678"/>
              <a:lumOff val="16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65DF1-C84E-41C0-AE97-068344506F09}">
      <dsp:nvSpPr>
        <dsp:cNvPr id="0" name=""/>
        <dsp:cNvSpPr/>
      </dsp:nvSpPr>
      <dsp:spPr>
        <a:xfrm>
          <a:off x="0" y="1921519"/>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3. Kalman Gain Computation</a:t>
          </a:r>
          <a:endParaRPr lang="en-US" sz="1100" kern="1200"/>
        </a:p>
      </dsp:txBody>
      <dsp:txXfrm>
        <a:off x="0" y="1921519"/>
        <a:ext cx="5400112" cy="383853"/>
      </dsp:txXfrm>
    </dsp:sp>
    <dsp:sp modelId="{79C5BE9A-98CB-4362-9FE3-BF984860B8D4}">
      <dsp:nvSpPr>
        <dsp:cNvPr id="0" name=""/>
        <dsp:cNvSpPr/>
      </dsp:nvSpPr>
      <dsp:spPr>
        <a:xfrm>
          <a:off x="0" y="2305373"/>
          <a:ext cx="5400112" cy="0"/>
        </a:xfrm>
        <a:prstGeom prst="line">
          <a:avLst/>
        </a:prstGeom>
        <a:solidFill>
          <a:schemeClr val="accent2">
            <a:hueOff val="-721840"/>
            <a:satOff val="814"/>
            <a:lumOff val="1925"/>
            <a:alphaOff val="0"/>
          </a:schemeClr>
        </a:solidFill>
        <a:ln w="15875" cap="flat" cmpd="sng" algn="ctr">
          <a:solidFill>
            <a:schemeClr val="accent2">
              <a:hueOff val="-721840"/>
              <a:satOff val="814"/>
              <a:lumOff val="192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ECF884-AED5-4798-8ACB-E71A18A90609}">
      <dsp:nvSpPr>
        <dsp:cNvPr id="0" name=""/>
        <dsp:cNvSpPr/>
      </dsp:nvSpPr>
      <dsp:spPr>
        <a:xfrm>
          <a:off x="0" y="2305373"/>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Calculates Kalman Gain to decide how much the measurement should influence the prediction.</a:t>
          </a:r>
          <a:endParaRPr lang="en-US" sz="1100" kern="1200"/>
        </a:p>
      </dsp:txBody>
      <dsp:txXfrm>
        <a:off x="0" y="2305373"/>
        <a:ext cx="5400112" cy="383853"/>
      </dsp:txXfrm>
    </dsp:sp>
    <dsp:sp modelId="{BF682B29-04E0-4871-B349-2960EAF52F5C}">
      <dsp:nvSpPr>
        <dsp:cNvPr id="0" name=""/>
        <dsp:cNvSpPr/>
      </dsp:nvSpPr>
      <dsp:spPr>
        <a:xfrm>
          <a:off x="0" y="2689227"/>
          <a:ext cx="5400112" cy="0"/>
        </a:xfrm>
        <a:prstGeom prst="line">
          <a:avLst/>
        </a:prstGeom>
        <a:solidFill>
          <a:schemeClr val="accent2">
            <a:hueOff val="-842146"/>
            <a:satOff val="949"/>
            <a:lumOff val="2246"/>
            <a:alphaOff val="0"/>
          </a:schemeClr>
        </a:solidFill>
        <a:ln w="15875" cap="flat" cmpd="sng" algn="ctr">
          <a:solidFill>
            <a:schemeClr val="accent2">
              <a:hueOff val="-842146"/>
              <a:satOff val="949"/>
              <a:lumOff val="224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E8B890-2893-4A7E-A677-77B837DB157D}">
      <dsp:nvSpPr>
        <dsp:cNvPr id="0" name=""/>
        <dsp:cNvSpPr/>
      </dsp:nvSpPr>
      <dsp:spPr>
        <a:xfrm>
          <a:off x="0" y="2689227"/>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4. Measurement Update (Correction)</a:t>
          </a:r>
          <a:endParaRPr lang="en-US" sz="1100" kern="1200"/>
        </a:p>
      </dsp:txBody>
      <dsp:txXfrm>
        <a:off x="0" y="2689227"/>
        <a:ext cx="5400112" cy="383853"/>
      </dsp:txXfrm>
    </dsp:sp>
    <dsp:sp modelId="{03301382-148A-415A-9FB5-BD038225BBFA}">
      <dsp:nvSpPr>
        <dsp:cNvPr id="0" name=""/>
        <dsp:cNvSpPr/>
      </dsp:nvSpPr>
      <dsp:spPr>
        <a:xfrm>
          <a:off x="0" y="3073080"/>
          <a:ext cx="5400112" cy="0"/>
        </a:xfrm>
        <a:prstGeom prst="line">
          <a:avLst/>
        </a:prstGeom>
        <a:solidFill>
          <a:schemeClr val="accent2">
            <a:hueOff val="-962453"/>
            <a:satOff val="1085"/>
            <a:lumOff val="2567"/>
            <a:alphaOff val="0"/>
          </a:schemeClr>
        </a:solidFill>
        <a:ln w="15875" cap="flat" cmpd="sng" algn="ctr">
          <a:solidFill>
            <a:schemeClr val="accent2">
              <a:hueOff val="-962453"/>
              <a:satOff val="1085"/>
              <a:lumOff val="25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F44EA4-361A-47FA-A035-5B14FAF83549}">
      <dsp:nvSpPr>
        <dsp:cNvPr id="0" name=""/>
        <dsp:cNvSpPr/>
      </dsp:nvSpPr>
      <dsp:spPr>
        <a:xfrm>
          <a:off x="0" y="3073080"/>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Corrects the predicted state using the new measurement data.</a:t>
          </a:r>
          <a:endParaRPr lang="en-US" sz="1100" kern="1200"/>
        </a:p>
      </dsp:txBody>
      <dsp:txXfrm>
        <a:off x="0" y="3073080"/>
        <a:ext cx="5400112" cy="383853"/>
      </dsp:txXfrm>
    </dsp:sp>
    <dsp:sp modelId="{4AB1ADED-0E22-4CF2-A373-6677BB98CCA5}">
      <dsp:nvSpPr>
        <dsp:cNvPr id="0" name=""/>
        <dsp:cNvSpPr/>
      </dsp:nvSpPr>
      <dsp:spPr>
        <a:xfrm>
          <a:off x="0" y="3456934"/>
          <a:ext cx="5400112" cy="0"/>
        </a:xfrm>
        <a:prstGeom prst="line">
          <a:avLst/>
        </a:prstGeom>
        <a:solidFill>
          <a:schemeClr val="accent2">
            <a:hueOff val="-1082760"/>
            <a:satOff val="1221"/>
            <a:lumOff val="2888"/>
            <a:alphaOff val="0"/>
          </a:schemeClr>
        </a:solidFill>
        <a:ln w="15875" cap="flat" cmpd="sng" algn="ctr">
          <a:solidFill>
            <a:schemeClr val="accent2">
              <a:hueOff val="-1082760"/>
              <a:satOff val="1221"/>
              <a:lumOff val="288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0154DE-14BB-47DE-B325-3DB539EB6736}">
      <dsp:nvSpPr>
        <dsp:cNvPr id="0" name=""/>
        <dsp:cNvSpPr/>
      </dsp:nvSpPr>
      <dsp:spPr>
        <a:xfrm>
          <a:off x="0" y="3456934"/>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5. Covariance Update</a:t>
          </a:r>
          <a:endParaRPr lang="en-US" sz="1100" kern="1200"/>
        </a:p>
      </dsp:txBody>
      <dsp:txXfrm>
        <a:off x="0" y="3456934"/>
        <a:ext cx="5400112" cy="383853"/>
      </dsp:txXfrm>
    </dsp:sp>
    <dsp:sp modelId="{749F7A56-1758-4229-9CAE-B726D1EE2C22}">
      <dsp:nvSpPr>
        <dsp:cNvPr id="0" name=""/>
        <dsp:cNvSpPr/>
      </dsp:nvSpPr>
      <dsp:spPr>
        <a:xfrm>
          <a:off x="0" y="3840788"/>
          <a:ext cx="5400112" cy="0"/>
        </a:xfrm>
        <a:prstGeom prst="line">
          <a:avLst/>
        </a:prstGeom>
        <a:solidFill>
          <a:schemeClr val="accent2">
            <a:hueOff val="-1203066"/>
            <a:satOff val="1356"/>
            <a:lumOff val="3209"/>
            <a:alphaOff val="0"/>
          </a:schemeClr>
        </a:solidFill>
        <a:ln w="15875" cap="flat" cmpd="sng" algn="ctr">
          <a:solidFill>
            <a:schemeClr val="accent2">
              <a:hueOff val="-1203066"/>
              <a:satOff val="1356"/>
              <a:lumOff val="320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BCE916-5DBE-437A-90DF-5B7035877AF4}">
      <dsp:nvSpPr>
        <dsp:cNvPr id="0" name=""/>
        <dsp:cNvSpPr/>
      </dsp:nvSpPr>
      <dsp:spPr>
        <a:xfrm>
          <a:off x="0" y="3840788"/>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a:t>Updates estimation uncertainty after correction, preparing for the next cycle.</a:t>
          </a:r>
          <a:endParaRPr lang="en-US" sz="1100" kern="1200"/>
        </a:p>
      </dsp:txBody>
      <dsp:txXfrm>
        <a:off x="0" y="3840788"/>
        <a:ext cx="5400112" cy="383853"/>
      </dsp:txXfrm>
    </dsp:sp>
    <dsp:sp modelId="{A9B74A5A-D58C-43A7-9D38-80B6FE02C337}">
      <dsp:nvSpPr>
        <dsp:cNvPr id="0" name=""/>
        <dsp:cNvSpPr/>
      </dsp:nvSpPr>
      <dsp:spPr>
        <a:xfrm>
          <a:off x="0" y="4224641"/>
          <a:ext cx="5400112" cy="0"/>
        </a:xfrm>
        <a:prstGeom prst="line">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586393-977D-4B83-BA6A-87F25614A8D0}">
      <dsp:nvSpPr>
        <dsp:cNvPr id="0" name=""/>
        <dsp:cNvSpPr/>
      </dsp:nvSpPr>
      <dsp:spPr>
        <a:xfrm>
          <a:off x="0" y="4224641"/>
          <a:ext cx="5400112" cy="383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IN" sz="1100" kern="1200" dirty="0"/>
            <a:t>These stages repeat continuously to provide real-time state estimation.</a:t>
          </a:r>
          <a:endParaRPr lang="en-US" sz="1100" kern="1200" dirty="0"/>
        </a:p>
      </dsp:txBody>
      <dsp:txXfrm>
        <a:off x="0" y="4224641"/>
        <a:ext cx="5400112" cy="3838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4BBAA2-2D6A-46CE-9CFB-AB5C81C8C28E}">
      <dsp:nvSpPr>
        <dsp:cNvPr id="0" name=""/>
        <dsp:cNvSpPr/>
      </dsp:nvSpPr>
      <dsp:spPr>
        <a:xfrm>
          <a:off x="0" y="1193"/>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97D87D-3786-40FB-9C83-EB9228C2B7BD}">
      <dsp:nvSpPr>
        <dsp:cNvPr id="0" name=""/>
        <dsp:cNvSpPr/>
      </dsp:nvSpPr>
      <dsp:spPr>
        <a:xfrm>
          <a:off x="153901" y="115666"/>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B277C16-5837-41C4-B5E2-B0DE1D99345B}">
      <dsp:nvSpPr>
        <dsp:cNvPr id="0" name=""/>
        <dsp:cNvSpPr/>
      </dsp:nvSpPr>
      <dsp:spPr>
        <a:xfrm>
          <a:off x="587624" y="1193"/>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Requirement analysis &amp; system modeling</a:t>
          </a:r>
          <a:endParaRPr lang="en-IN" sz="1700" kern="1200"/>
        </a:p>
      </dsp:txBody>
      <dsp:txXfrm>
        <a:off x="587624" y="1193"/>
        <a:ext cx="3643856" cy="508765"/>
      </dsp:txXfrm>
    </dsp:sp>
    <dsp:sp modelId="{3566EAE1-DC2F-44A9-B3A1-4C766DA97FAC}">
      <dsp:nvSpPr>
        <dsp:cNvPr id="0" name=""/>
        <dsp:cNvSpPr/>
      </dsp:nvSpPr>
      <dsp:spPr>
        <a:xfrm>
          <a:off x="0" y="637150"/>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44A41-1CF9-418F-B257-D35DFCDCF717}">
      <dsp:nvSpPr>
        <dsp:cNvPr id="0" name=""/>
        <dsp:cNvSpPr/>
      </dsp:nvSpPr>
      <dsp:spPr>
        <a:xfrm>
          <a:off x="153901" y="751622"/>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5D2039-ED0D-49B3-AED6-F67BC2857B09}">
      <dsp:nvSpPr>
        <dsp:cNvPr id="0" name=""/>
        <dsp:cNvSpPr/>
      </dsp:nvSpPr>
      <dsp:spPr>
        <a:xfrm>
          <a:off x="587624" y="637150"/>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Algorithm simulation (floating-point)</a:t>
          </a:r>
          <a:endParaRPr lang="en-IN" sz="1700" kern="1200"/>
        </a:p>
      </dsp:txBody>
      <dsp:txXfrm>
        <a:off x="587624" y="637150"/>
        <a:ext cx="3643856" cy="508765"/>
      </dsp:txXfrm>
    </dsp:sp>
    <dsp:sp modelId="{21C8FE33-3846-4A6F-AF7B-11C39A690F59}">
      <dsp:nvSpPr>
        <dsp:cNvPr id="0" name=""/>
        <dsp:cNvSpPr/>
      </dsp:nvSpPr>
      <dsp:spPr>
        <a:xfrm>
          <a:off x="0" y="1273107"/>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852239-98E7-4181-AA90-49263960EED1}">
      <dsp:nvSpPr>
        <dsp:cNvPr id="0" name=""/>
        <dsp:cNvSpPr/>
      </dsp:nvSpPr>
      <dsp:spPr>
        <a:xfrm>
          <a:off x="153901" y="1387579"/>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3EDD70-A8A6-441D-AEC7-A9F8EE279015}">
      <dsp:nvSpPr>
        <dsp:cNvPr id="0" name=""/>
        <dsp:cNvSpPr/>
      </dsp:nvSpPr>
      <dsp:spPr>
        <a:xfrm>
          <a:off x="587624" y="1273107"/>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Fixed-point conversion</a:t>
          </a:r>
          <a:endParaRPr lang="en-IN" sz="1700" kern="1200"/>
        </a:p>
      </dsp:txBody>
      <dsp:txXfrm>
        <a:off x="587624" y="1273107"/>
        <a:ext cx="3643856" cy="508765"/>
      </dsp:txXfrm>
    </dsp:sp>
    <dsp:sp modelId="{29708D30-A833-46EE-9009-E7D4C388F5C7}">
      <dsp:nvSpPr>
        <dsp:cNvPr id="0" name=""/>
        <dsp:cNvSpPr/>
      </dsp:nvSpPr>
      <dsp:spPr>
        <a:xfrm>
          <a:off x="0" y="1909064"/>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01DCD9-7821-4159-9425-31E90CA1CCB6}">
      <dsp:nvSpPr>
        <dsp:cNvPr id="0" name=""/>
        <dsp:cNvSpPr/>
      </dsp:nvSpPr>
      <dsp:spPr>
        <a:xfrm>
          <a:off x="153901" y="2023536"/>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5A2A9FB-799E-4126-A2C8-6D70C83FC308}">
      <dsp:nvSpPr>
        <dsp:cNvPr id="0" name=""/>
        <dsp:cNvSpPr/>
      </dsp:nvSpPr>
      <dsp:spPr>
        <a:xfrm>
          <a:off x="587624" y="1909064"/>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Hardware architecture design</a:t>
          </a:r>
          <a:endParaRPr lang="en-IN" sz="1700" kern="1200"/>
        </a:p>
      </dsp:txBody>
      <dsp:txXfrm>
        <a:off x="587624" y="1909064"/>
        <a:ext cx="3643856" cy="508765"/>
      </dsp:txXfrm>
    </dsp:sp>
    <dsp:sp modelId="{ACF5BED4-A655-4488-8973-2771A87125FD}">
      <dsp:nvSpPr>
        <dsp:cNvPr id="0" name=""/>
        <dsp:cNvSpPr/>
      </dsp:nvSpPr>
      <dsp:spPr>
        <a:xfrm>
          <a:off x="0" y="2545020"/>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C9D98-14E0-459D-93EA-AC90FDC47CF9}">
      <dsp:nvSpPr>
        <dsp:cNvPr id="0" name=""/>
        <dsp:cNvSpPr/>
      </dsp:nvSpPr>
      <dsp:spPr>
        <a:xfrm>
          <a:off x="153901" y="2659493"/>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542727-32AD-43AD-B30C-1E63642A0E55}">
      <dsp:nvSpPr>
        <dsp:cNvPr id="0" name=""/>
        <dsp:cNvSpPr/>
      </dsp:nvSpPr>
      <dsp:spPr>
        <a:xfrm>
          <a:off x="587624" y="2545020"/>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RTL implementation in SystemVerilog</a:t>
          </a:r>
          <a:endParaRPr lang="en-IN" sz="1700" kern="1200"/>
        </a:p>
      </dsp:txBody>
      <dsp:txXfrm>
        <a:off x="587624" y="2545020"/>
        <a:ext cx="3643856" cy="508765"/>
      </dsp:txXfrm>
    </dsp:sp>
    <dsp:sp modelId="{35D3A7E7-67D1-44EA-834A-819267BCD17C}">
      <dsp:nvSpPr>
        <dsp:cNvPr id="0" name=""/>
        <dsp:cNvSpPr/>
      </dsp:nvSpPr>
      <dsp:spPr>
        <a:xfrm>
          <a:off x="0" y="3180977"/>
          <a:ext cx="4231481" cy="5087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B79737-912A-49A8-BA5E-3A7A904572D0}">
      <dsp:nvSpPr>
        <dsp:cNvPr id="0" name=""/>
        <dsp:cNvSpPr/>
      </dsp:nvSpPr>
      <dsp:spPr>
        <a:xfrm>
          <a:off x="153901" y="3295449"/>
          <a:ext cx="279820" cy="2798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78EE53-5A13-40BB-912D-5708A6D7D3A9}">
      <dsp:nvSpPr>
        <dsp:cNvPr id="0" name=""/>
        <dsp:cNvSpPr/>
      </dsp:nvSpPr>
      <dsp:spPr>
        <a:xfrm>
          <a:off x="587624" y="3180977"/>
          <a:ext cx="3643856" cy="508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844" tIns="53844" rIns="53844" bIns="53844" numCol="1" spcCol="1270" anchor="ctr" anchorCtr="0">
          <a:noAutofit/>
        </a:bodyPr>
        <a:lstStyle/>
        <a:p>
          <a:pPr marL="0" lvl="0" indent="0" algn="l" defTabSz="755650">
            <a:lnSpc>
              <a:spcPct val="100000"/>
            </a:lnSpc>
            <a:spcBef>
              <a:spcPct val="0"/>
            </a:spcBef>
            <a:spcAft>
              <a:spcPct val="35000"/>
            </a:spcAft>
            <a:buNone/>
          </a:pPr>
          <a:r>
            <a:rPr lang="en-US" sz="1700" b="0" i="0" kern="1200" baseline="0"/>
            <a:t>Testbench &amp; functional verification</a:t>
          </a:r>
          <a:endParaRPr lang="en-IN" sz="1700" kern="1200"/>
        </a:p>
      </dsp:txBody>
      <dsp:txXfrm>
        <a:off x="587624" y="3180977"/>
        <a:ext cx="3643856" cy="5087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16AE5F-1B7D-4B9A-9EE0-3CB46C5172C7}">
      <dsp:nvSpPr>
        <dsp:cNvPr id="0" name=""/>
        <dsp:cNvSpPr/>
      </dsp:nvSpPr>
      <dsp:spPr>
        <a:xfrm>
          <a:off x="0" y="44457"/>
          <a:ext cx="4572000" cy="1106820"/>
        </a:xfrm>
        <a:prstGeom prst="roundRect">
          <a:avLst/>
        </a:prstGeom>
        <a:solidFill>
          <a:schemeClr val="accent1">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System Verilog </a:t>
          </a:r>
          <a:r>
            <a:rPr lang="en-IN" sz="2200" kern="1200" dirty="0"/>
            <a:t>– For RTL coding of the parameterizable Kalman filter architecture </a:t>
          </a:r>
        </a:p>
      </dsp:txBody>
      <dsp:txXfrm>
        <a:off x="54030" y="98487"/>
        <a:ext cx="4463940" cy="998760"/>
      </dsp:txXfrm>
    </dsp:sp>
    <dsp:sp modelId="{BC18688E-D91C-4619-B833-0FE0D64A82F3}">
      <dsp:nvSpPr>
        <dsp:cNvPr id="0" name=""/>
        <dsp:cNvSpPr/>
      </dsp:nvSpPr>
      <dsp:spPr>
        <a:xfrm>
          <a:off x="0" y="1214637"/>
          <a:ext cx="4572000" cy="1106820"/>
        </a:xfrm>
        <a:prstGeom prst="roundRect">
          <a:avLst/>
        </a:prstGeom>
        <a:solidFill>
          <a:schemeClr val="accent1">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Synopsys VCS </a:t>
          </a:r>
          <a:r>
            <a:rPr lang="en-IN" sz="2200" kern="1200" dirty="0"/>
            <a:t>– For RTL functional simulation and basic sanity checks of the design</a:t>
          </a:r>
        </a:p>
      </dsp:txBody>
      <dsp:txXfrm>
        <a:off x="54030" y="1268667"/>
        <a:ext cx="4463940" cy="998760"/>
      </dsp:txXfrm>
    </dsp:sp>
    <dsp:sp modelId="{22B3ED9E-7337-406A-9296-56E3255FC6DF}">
      <dsp:nvSpPr>
        <dsp:cNvPr id="0" name=""/>
        <dsp:cNvSpPr/>
      </dsp:nvSpPr>
      <dsp:spPr>
        <a:xfrm>
          <a:off x="0" y="2384818"/>
          <a:ext cx="4572000" cy="1106820"/>
        </a:xfrm>
        <a:prstGeom prst="roundRect">
          <a:avLst/>
        </a:prstGeom>
        <a:solidFill>
          <a:schemeClr val="accent1">
            <a:hueOff val="0"/>
            <a:satOff val="0"/>
            <a:lumOff val="0"/>
            <a:alphaOff val="0"/>
          </a:schemeClr>
        </a:solidFill>
        <a:ln>
          <a:noFill/>
        </a:ln>
        <a:effectLst>
          <a:outerShdw blurRad="50800" dist="12700" dir="5400000" algn="ctr"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b="1" kern="1200" dirty="0"/>
            <a:t>MATLAB</a:t>
          </a:r>
          <a:r>
            <a:rPr lang="en-IN" sz="2200" kern="1200" dirty="0"/>
            <a:t> – For Kalman filter algorithm modelling and fixed-point behaviour analysis </a:t>
          </a:r>
        </a:p>
      </dsp:txBody>
      <dsp:txXfrm>
        <a:off x="54030" y="2438848"/>
        <a:ext cx="4463940" cy="9987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45DE1-2F45-4F62-8D5E-53FA19EED715}">
      <dsp:nvSpPr>
        <dsp:cNvPr id="0" name=""/>
        <dsp:cNvSpPr/>
      </dsp:nvSpPr>
      <dsp:spPr>
        <a:xfrm>
          <a:off x="1191295" y="21249"/>
          <a:ext cx="649687" cy="649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42BEB8-5B1A-4474-9B72-BCED3FA07155}">
      <dsp:nvSpPr>
        <dsp:cNvPr id="0" name=""/>
        <dsp:cNvSpPr/>
      </dsp:nvSpPr>
      <dsp:spPr>
        <a:xfrm>
          <a:off x="1327729" y="157684"/>
          <a:ext cx="376819" cy="376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155708-F875-467A-B437-A2A58E53EB42}">
      <dsp:nvSpPr>
        <dsp:cNvPr id="0" name=""/>
        <dsp:cNvSpPr/>
      </dsp:nvSpPr>
      <dsp:spPr>
        <a:xfrm>
          <a:off x="1980202" y="21249"/>
          <a:ext cx="1531407" cy="64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IN" sz="1300" kern="1200"/>
            <a:t>Hardware acceleration using FPGA or ASIC deployment.</a:t>
          </a:r>
          <a:endParaRPr lang="en-US" sz="1300" kern="1200"/>
        </a:p>
      </dsp:txBody>
      <dsp:txXfrm>
        <a:off x="1980202" y="21249"/>
        <a:ext cx="1531407" cy="649687"/>
      </dsp:txXfrm>
    </dsp:sp>
    <dsp:sp modelId="{B3BF49F9-4306-4A3B-9D89-3298956AAAD8}">
      <dsp:nvSpPr>
        <dsp:cNvPr id="0" name=""/>
        <dsp:cNvSpPr/>
      </dsp:nvSpPr>
      <dsp:spPr>
        <a:xfrm>
          <a:off x="3778445" y="21249"/>
          <a:ext cx="649687" cy="649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CAEC02-F054-4DF6-98A2-2F896BC7083E}">
      <dsp:nvSpPr>
        <dsp:cNvPr id="0" name=""/>
        <dsp:cNvSpPr/>
      </dsp:nvSpPr>
      <dsp:spPr>
        <a:xfrm>
          <a:off x="3914880" y="157684"/>
          <a:ext cx="376819" cy="376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DC4F2E-798B-45DA-8078-215440E91800}">
      <dsp:nvSpPr>
        <dsp:cNvPr id="0" name=""/>
        <dsp:cNvSpPr/>
      </dsp:nvSpPr>
      <dsp:spPr>
        <a:xfrm>
          <a:off x="4567352" y="21249"/>
          <a:ext cx="1531407" cy="64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IN" sz="1300" kern="1200"/>
            <a:t>Integration with machine learning estimation models.</a:t>
          </a:r>
          <a:endParaRPr lang="en-US" sz="1300" kern="1200"/>
        </a:p>
      </dsp:txBody>
      <dsp:txXfrm>
        <a:off x="4567352" y="21249"/>
        <a:ext cx="1531407" cy="649687"/>
      </dsp:txXfrm>
    </dsp:sp>
    <dsp:sp modelId="{5BEB345F-4FFA-49BA-B400-00A2186FD524}">
      <dsp:nvSpPr>
        <dsp:cNvPr id="0" name=""/>
        <dsp:cNvSpPr/>
      </dsp:nvSpPr>
      <dsp:spPr>
        <a:xfrm>
          <a:off x="1191295" y="1183916"/>
          <a:ext cx="649687" cy="649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22B1C1-8D13-450E-A6BF-213C7124FAEE}">
      <dsp:nvSpPr>
        <dsp:cNvPr id="0" name=""/>
        <dsp:cNvSpPr/>
      </dsp:nvSpPr>
      <dsp:spPr>
        <a:xfrm>
          <a:off x="1327729" y="1320350"/>
          <a:ext cx="376819" cy="376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45BDAB-C4DE-4752-B2B8-8E80A27424ED}">
      <dsp:nvSpPr>
        <dsp:cNvPr id="0" name=""/>
        <dsp:cNvSpPr/>
      </dsp:nvSpPr>
      <dsp:spPr>
        <a:xfrm>
          <a:off x="1980202" y="1183916"/>
          <a:ext cx="1531407" cy="64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IN" sz="1300" kern="1200" dirty="0"/>
            <a:t>Adaptive filtering techniques.</a:t>
          </a:r>
          <a:endParaRPr lang="en-US" sz="1300" kern="1200" dirty="0"/>
        </a:p>
      </dsp:txBody>
      <dsp:txXfrm>
        <a:off x="1980202" y="1183916"/>
        <a:ext cx="1531407" cy="649687"/>
      </dsp:txXfrm>
    </dsp:sp>
    <dsp:sp modelId="{CD251C3E-4D77-42AB-BEA3-5C00084A423D}">
      <dsp:nvSpPr>
        <dsp:cNvPr id="0" name=""/>
        <dsp:cNvSpPr/>
      </dsp:nvSpPr>
      <dsp:spPr>
        <a:xfrm>
          <a:off x="3778445" y="1183916"/>
          <a:ext cx="649687" cy="649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17AA3A-35EE-46DD-84C3-08560247861C}">
      <dsp:nvSpPr>
        <dsp:cNvPr id="0" name=""/>
        <dsp:cNvSpPr/>
      </dsp:nvSpPr>
      <dsp:spPr>
        <a:xfrm>
          <a:off x="3914880" y="1320350"/>
          <a:ext cx="376819" cy="376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EB4E1F-95B2-4643-B7CE-95B70C068D12}">
      <dsp:nvSpPr>
        <dsp:cNvPr id="0" name=""/>
        <dsp:cNvSpPr/>
      </dsp:nvSpPr>
      <dsp:spPr>
        <a:xfrm>
          <a:off x="4567352" y="1183916"/>
          <a:ext cx="1531407" cy="64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IN" sz="1300" kern="1200"/>
            <a:t>Multi-sensor fusion systems.</a:t>
          </a:r>
          <a:endParaRPr lang="en-US" sz="1300" kern="1200"/>
        </a:p>
      </dsp:txBody>
      <dsp:txXfrm>
        <a:off x="4567352" y="1183916"/>
        <a:ext cx="1531407" cy="649687"/>
      </dsp:txXfrm>
    </dsp:sp>
    <dsp:sp modelId="{0D63F83A-B66F-4609-9FB6-8ECEDC0E2E11}">
      <dsp:nvSpPr>
        <dsp:cNvPr id="0" name=""/>
        <dsp:cNvSpPr/>
      </dsp:nvSpPr>
      <dsp:spPr>
        <a:xfrm>
          <a:off x="1191295" y="2346582"/>
          <a:ext cx="649687" cy="64968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7459A8-CBD8-4D75-9303-07C5027EDA57}">
      <dsp:nvSpPr>
        <dsp:cNvPr id="0" name=""/>
        <dsp:cNvSpPr/>
      </dsp:nvSpPr>
      <dsp:spPr>
        <a:xfrm>
          <a:off x="1327729" y="2483016"/>
          <a:ext cx="376819" cy="37681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5B34B6-DCB0-40A4-A98F-829140A0284F}">
      <dsp:nvSpPr>
        <dsp:cNvPr id="0" name=""/>
        <dsp:cNvSpPr/>
      </dsp:nvSpPr>
      <dsp:spPr>
        <a:xfrm>
          <a:off x="1980202" y="2346582"/>
          <a:ext cx="1531407" cy="64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100000"/>
            </a:lnSpc>
            <a:spcBef>
              <a:spcPct val="0"/>
            </a:spcBef>
            <a:spcAft>
              <a:spcPct val="35000"/>
            </a:spcAft>
            <a:buNone/>
          </a:pPr>
          <a:r>
            <a:rPr lang="en-IN" sz="1300" kern="1200"/>
            <a:t>Low-power embedded implementations.</a:t>
          </a:r>
          <a:endParaRPr lang="en-US" sz="1300" kern="1200"/>
        </a:p>
      </dsp:txBody>
      <dsp:txXfrm>
        <a:off x="1980202" y="2346582"/>
        <a:ext cx="1531407" cy="64968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bd6f83c9d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bd6f83c9d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bd6f83c9d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bd6f83c9de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bd6f83c9d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6f83c9d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bd6f83c9d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bd6f83c9d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2F59CDFE-6CC5-D3B6-2A44-DD7C10B8399F}"/>
            </a:ext>
          </a:extLst>
        </p:cNvPr>
        <p:cNvGrpSpPr/>
        <p:nvPr/>
      </p:nvGrpSpPr>
      <p:grpSpPr>
        <a:xfrm>
          <a:off x="0" y="0"/>
          <a:ext cx="0" cy="0"/>
          <a:chOff x="0" y="0"/>
          <a:chExt cx="0" cy="0"/>
        </a:xfrm>
      </p:grpSpPr>
      <p:sp>
        <p:nvSpPr>
          <p:cNvPr id="76" name="Google Shape;76;g3bd6f83c9de_0_26:notes">
            <a:extLst>
              <a:ext uri="{FF2B5EF4-FFF2-40B4-BE49-F238E27FC236}">
                <a16:creationId xmlns:a16="http://schemas.microsoft.com/office/drawing/2014/main" id="{686C511A-8CCA-0666-2CF5-4817A790B3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6f83c9de_0_26:notes">
            <a:extLst>
              <a:ext uri="{FF2B5EF4-FFF2-40B4-BE49-F238E27FC236}">
                <a16:creationId xmlns:a16="http://schemas.microsoft.com/office/drawing/2014/main" id="{9A769B58-C81E-54F4-4738-8088377CB4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0906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3ED5966D-7264-1677-1DAB-8BAA453F9C74}"/>
            </a:ext>
          </a:extLst>
        </p:cNvPr>
        <p:cNvGrpSpPr/>
        <p:nvPr/>
      </p:nvGrpSpPr>
      <p:grpSpPr>
        <a:xfrm>
          <a:off x="0" y="0"/>
          <a:ext cx="0" cy="0"/>
          <a:chOff x="0" y="0"/>
          <a:chExt cx="0" cy="0"/>
        </a:xfrm>
      </p:grpSpPr>
      <p:sp>
        <p:nvSpPr>
          <p:cNvPr id="76" name="Google Shape;76;g3bd6f83c9de_0_26:notes">
            <a:extLst>
              <a:ext uri="{FF2B5EF4-FFF2-40B4-BE49-F238E27FC236}">
                <a16:creationId xmlns:a16="http://schemas.microsoft.com/office/drawing/2014/main" id="{E490038D-83A4-90C7-5353-B5A3188EC7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bd6f83c9de_0_26:notes">
            <a:extLst>
              <a:ext uri="{FF2B5EF4-FFF2-40B4-BE49-F238E27FC236}">
                <a16:creationId xmlns:a16="http://schemas.microsoft.com/office/drawing/2014/main" id="{086EEB39-F352-1810-B030-3B61D75B5B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648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bd6f83c9d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bd6f83c9d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3429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9144000" cy="3429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en-GB"/>
              <a:t>Click to edit Master title style</a:t>
            </a:r>
            <a:endParaRPr lang="en-US" dirty="0"/>
          </a:p>
        </p:txBody>
      </p:sp>
      <p:sp>
        <p:nvSpPr>
          <p:cNvPr id="3" name="Subtitle 2"/>
          <p:cNvSpPr>
            <a:spLocks noGrp="1"/>
          </p:cNvSpPr>
          <p:nvPr>
            <p:ph type="subTitle" idx="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5000"/>
                    <a:lumOff val="5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smtClean="0"/>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flipV="1">
            <a:off x="6290132" y="3948080"/>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36973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8225470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3429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9144000" cy="3429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3720103"/>
            <a:ext cx="5829300" cy="1097280"/>
          </a:xfrm>
        </p:spPr>
        <p:txBody>
          <a:bodyPr anchor="ctr">
            <a:normAutofit/>
          </a:bodyPr>
          <a:lstStyle>
            <a:lvl1pPr algn="r">
              <a:defRPr sz="3750" b="0" spc="150" baseline="0"/>
            </a:lvl1pPr>
          </a:lstStyle>
          <a:p>
            <a:r>
              <a:rPr lang="en-GB"/>
              <a:t>Click to edit Master title style</a:t>
            </a:r>
            <a:endParaRPr lang="en-US" dirty="0"/>
          </a:p>
        </p:txBody>
      </p:sp>
      <p:sp>
        <p:nvSpPr>
          <p:cNvPr id="3" name="Text Placeholder 2"/>
          <p:cNvSpPr>
            <a:spLocks noGrp="1"/>
          </p:cNvSpPr>
          <p:nvPr>
            <p:ph type="body" idx="1"/>
          </p:nvPr>
        </p:nvSpPr>
        <p:spPr>
          <a:xfrm>
            <a:off x="6457950" y="3720103"/>
            <a:ext cx="2400300" cy="109728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flipV="1">
            <a:off x="6290132" y="3948080"/>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6875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438912"/>
            <a:ext cx="7290054" cy="112471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768095" y="1714500"/>
            <a:ext cx="356616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491990" y="1714500"/>
            <a:ext cx="356616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406231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768096" y="1634727"/>
            <a:ext cx="3566160" cy="617220"/>
          </a:xfrm>
        </p:spPr>
        <p:txBody>
          <a:bodyPr lIns="137160" rIns="137160" anchor="ctr">
            <a:normAutofit/>
          </a:bodyPr>
          <a:lstStyle>
            <a:lvl1pPr marL="0" indent="0">
              <a:spcBef>
                <a:spcPts val="0"/>
              </a:spcBef>
              <a:spcAft>
                <a:spcPts val="0"/>
              </a:spcAft>
              <a:buNone/>
              <a:defRPr sz="1725" b="0" cap="none" baseline="0">
                <a:solidFill>
                  <a:schemeClr val="accent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768096" y="2225841"/>
            <a:ext cx="3566160" cy="25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493166" y="1634727"/>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1"/>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en-GB"/>
              <a:t>Click to edit Master text styles</a:t>
            </a:r>
          </a:p>
        </p:txBody>
      </p:sp>
      <p:sp>
        <p:nvSpPr>
          <p:cNvPr id="6" name="Content Placeholder 5"/>
          <p:cNvSpPr>
            <a:spLocks noGrp="1"/>
          </p:cNvSpPr>
          <p:nvPr>
            <p:ph sz="quarter" idx="4"/>
          </p:nvPr>
        </p:nvSpPr>
        <p:spPr>
          <a:xfrm>
            <a:off x="4493166" y="2225841"/>
            <a:ext cx="3566160" cy="25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5/26/2026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4256873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5/26/2026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3500602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5/26/2026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379961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353632"/>
            <a:ext cx="3291840" cy="1303020"/>
          </a:xfrm>
        </p:spPr>
        <p:txBody>
          <a:bodyPr>
            <a:noAutofit/>
          </a:bodyPr>
          <a:lstStyle>
            <a:lvl1pPr>
              <a:lnSpc>
                <a:spcPct val="80000"/>
              </a:lnSpc>
              <a:defRPr sz="3000"/>
            </a:lvl1pPr>
          </a:lstStyle>
          <a:p>
            <a:r>
              <a:rPr lang="en-GB"/>
              <a:t>Click to edit Master title style</a:t>
            </a:r>
            <a:endParaRPr lang="en-US" dirty="0"/>
          </a:p>
        </p:txBody>
      </p:sp>
      <p:sp>
        <p:nvSpPr>
          <p:cNvPr id="3" name="Content Placeholder 2"/>
          <p:cNvSpPr>
            <a:spLocks noGrp="1"/>
          </p:cNvSpPr>
          <p:nvPr>
            <p:ph idx="1"/>
          </p:nvPr>
        </p:nvSpPr>
        <p:spPr>
          <a:xfrm>
            <a:off x="4286250" y="617220"/>
            <a:ext cx="4258818" cy="3888486"/>
          </a:xfrm>
        </p:spPr>
        <p:txBody>
          <a:bodyPr/>
          <a:lstStyle>
            <a:lvl1pPr>
              <a:defRPr sz="1800"/>
            </a:lvl1pPr>
            <a:lvl2pPr>
              <a:defRPr sz="15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68096" y="1693129"/>
            <a:ext cx="3291840" cy="2821721"/>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4763774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720104"/>
            <a:ext cx="5829300" cy="1097280"/>
          </a:xfrm>
        </p:spPr>
        <p:txBody>
          <a:bodyPr anchor="ctr">
            <a:normAutofit/>
          </a:bodyPr>
          <a:lstStyle>
            <a:lvl1pPr algn="r">
              <a:defRPr sz="3750" spc="15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9141714" cy="3429000"/>
          </a:xfrm>
          <a:solidFill>
            <a:schemeClr val="accent1">
              <a:lumMod val="60000"/>
              <a:lumOff val="40000"/>
            </a:schemeClr>
          </a:solidFill>
        </p:spPr>
        <p:txBody>
          <a:bodyPr lIns="457200" tIns="365760" rIns="45720" bIns="4572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457950" y="3720104"/>
            <a:ext cx="2400300" cy="1097280"/>
          </a:xfrm>
        </p:spPr>
        <p:txBody>
          <a:bodyPr lIns="91440" rIns="91440" anchor="ctr">
            <a:normAutofit/>
          </a:bodyPr>
          <a:lstStyle>
            <a:lvl1pPr marL="0" indent="0">
              <a:lnSpc>
                <a:spcPct val="100000"/>
              </a:lnSpc>
              <a:spcBef>
                <a:spcPts val="0"/>
              </a:spcBef>
              <a:buNone/>
              <a:defRPr sz="135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5/26/2026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8" name="Straight Connector 7"/>
          <p:cNvCxnSpPr/>
          <p:nvPr/>
        </p:nvCxnSpPr>
        <p:spPr>
          <a:xfrm flipV="1">
            <a:off x="6290132" y="3948080"/>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7564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816203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571500"/>
            <a:ext cx="1971675" cy="405765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742951" y="571500"/>
            <a:ext cx="5686425" cy="40576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5/26/2026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7" name="Straight Connector 6"/>
          <p:cNvCxnSpPr/>
          <p:nvPr/>
        </p:nvCxnSpPr>
        <p:spPr>
          <a:xfrm rot="5400000" flipV="1">
            <a:off x="7543800" y="44447"/>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7130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9246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12787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438912"/>
            <a:ext cx="7290054" cy="112471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768096" y="1714500"/>
            <a:ext cx="7290055" cy="301752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8097" y="4853028"/>
            <a:ext cx="1615607" cy="20574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fld id="{90298CD5-6C1E-4009-B41F-6DF62E31D3BE}" type="datetimeFigureOut">
              <a:rPr lang="en-US" smtClean="0"/>
              <a:pPr/>
              <a:t>5/26/2026</a:t>
            </a:fld>
            <a:endParaRPr lang="en-US" dirty="0"/>
          </a:p>
        </p:txBody>
      </p:sp>
      <p:sp>
        <p:nvSpPr>
          <p:cNvPr id="5" name="Footer Placeholder 4"/>
          <p:cNvSpPr>
            <a:spLocks noGrp="1"/>
          </p:cNvSpPr>
          <p:nvPr>
            <p:ph type="ftr" sz="quarter" idx="3"/>
          </p:nvPr>
        </p:nvSpPr>
        <p:spPr>
          <a:xfrm>
            <a:off x="3632200" y="4853028"/>
            <a:ext cx="4426094" cy="205740"/>
          </a:xfrm>
          <a:prstGeom prst="rect">
            <a:avLst/>
          </a:prstGeom>
        </p:spPr>
        <p:txBody>
          <a:bodyPr vert="horz" lIns="91440" tIns="45720" rIns="91440" bIns="45720" rtlCol="0" anchor="ctr"/>
          <a:lstStyle>
            <a:lvl1pPr algn="r">
              <a:defRPr sz="75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5000"/>
                    <a:lumOff val="5000"/>
                  </a:schemeClr>
                </a:solidFill>
                <a:latin typeface="+mj-lt"/>
              </a:defRPr>
            </a:lvl1pPr>
          </a:lstStyle>
          <a:p>
            <a:pPr marL="0" lvl="0" indent="0" algn="r" rtl="0">
              <a:spcBef>
                <a:spcPts val="0"/>
              </a:spcBef>
              <a:spcAft>
                <a:spcPts val="0"/>
              </a:spcAft>
              <a:buNone/>
            </a:pPr>
            <a:fld id="{00000000-1234-1234-1234-123412341234}" type="slidenum">
              <a:rPr lang="en" smtClean="0"/>
              <a:t>‹#›</a:t>
            </a:fld>
            <a:endParaRPr lang="en"/>
          </a:p>
        </p:txBody>
      </p:sp>
      <p:cxnSp>
        <p:nvCxnSpPr>
          <p:cNvPr id="7" name="Straight Connector 6"/>
          <p:cNvCxnSpPr/>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04893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Lst>
  <p:hf sldNum="0" hdr="0" ftr="0" dt="0"/>
  <p:txStyles>
    <p:titleStyle>
      <a:lvl1pPr algn="l" defTabSz="685800" rtl="0" eaLnBrk="1" latinLnBrk="0" hangingPunct="1">
        <a:lnSpc>
          <a:spcPct val="80000"/>
        </a:lnSpc>
        <a:spcBef>
          <a:spcPct val="0"/>
        </a:spcBef>
        <a:buNone/>
        <a:defRPr sz="3750" kern="1200" cap="all" spc="75" baseline="0">
          <a:solidFill>
            <a:schemeClr val="tx1">
              <a:lumMod val="95000"/>
              <a:lumOff val="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Tw Cen MT" panose="020B0602020104020603" pitchFamily="34" charset="0"/>
        <a:buChar char=" "/>
        <a:defRPr sz="1650" kern="1200">
          <a:solidFill>
            <a:schemeClr val="tx1"/>
          </a:solidFill>
          <a:latin typeface="+mn-lt"/>
          <a:ea typeface="+mn-ea"/>
          <a:cs typeface="+mn-cs"/>
        </a:defRPr>
      </a:lvl1pPr>
      <a:lvl2pPr marL="19888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350" kern="1200">
          <a:solidFill>
            <a:schemeClr val="tx1"/>
          </a:solidFill>
          <a:latin typeface="+mn-lt"/>
          <a:ea typeface="+mn-ea"/>
          <a:cs typeface="+mn-cs"/>
        </a:defRPr>
      </a:lvl2pPr>
      <a:lvl3pPr marL="3360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3pPr>
      <a:lvl4pPr marL="44577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4pPr>
      <a:lvl5pPr marL="58293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6pPr>
      <a:lvl7pPr marL="795528"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7pPr>
      <a:lvl8pPr marL="912114"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8pPr>
      <a:lvl9pPr marL="1021842" indent="-102870" algn="l" defTabSz="685800" rtl="0" eaLnBrk="1" latinLnBrk="0" hangingPunct="1">
        <a:lnSpc>
          <a:spcPct val="90000"/>
        </a:lnSpc>
        <a:spcBef>
          <a:spcPts val="150"/>
        </a:spcBef>
        <a:spcAft>
          <a:spcPts val="300"/>
        </a:spcAft>
        <a:buClr>
          <a:schemeClr val="accent1"/>
        </a:buClr>
        <a:buFont typeface="Wingdings 3"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509100" y="1668208"/>
            <a:ext cx="8520600" cy="1300800"/>
          </a:xfrm>
        </p:spPr>
        <p:txBody>
          <a:bodyPr spcFirstLastPara="1" wrap="square" lIns="91425" tIns="91425" rIns="91425" bIns="91425" anchor="b" anchorCtr="0">
            <a:noAutofit/>
          </a:bodyPr>
          <a:lstStyle/>
          <a:p>
            <a:pPr>
              <a:lnSpc>
                <a:spcPct val="90000"/>
              </a:lnSpc>
            </a:pPr>
            <a:r>
              <a:rPr lang="en-IN" sz="5000" spc="100" dirty="0"/>
              <a:t>REAL TIME KALMAN 6D ACCELERATOR</a:t>
            </a:r>
            <a:br>
              <a:rPr lang="en-US" sz="3200" dirty="0"/>
            </a:br>
            <a:endParaRPr lang="en-US" sz="3200" dirty="0"/>
          </a:p>
        </p:txBody>
      </p:sp>
      <p:sp>
        <p:nvSpPr>
          <p:cNvPr id="2" name="TextBox 1">
            <a:extLst>
              <a:ext uri="{FF2B5EF4-FFF2-40B4-BE49-F238E27FC236}">
                <a16:creationId xmlns:a16="http://schemas.microsoft.com/office/drawing/2014/main" id="{171E3A53-ABFA-BFB6-9820-AB4634CAC097}"/>
              </a:ext>
            </a:extLst>
          </p:cNvPr>
          <p:cNvSpPr txBox="1"/>
          <p:nvPr/>
        </p:nvSpPr>
        <p:spPr>
          <a:xfrm>
            <a:off x="1564026" y="2969008"/>
            <a:ext cx="6015948" cy="542936"/>
          </a:xfrm>
          <a:prstGeom prst="rect">
            <a:avLst/>
          </a:prstGeom>
          <a:noFill/>
          <a:ln>
            <a:noFill/>
          </a:ln>
        </p:spPr>
        <p:txBody>
          <a:bodyPr spcFirstLastPara="1" wrap="square" lIns="91425" tIns="91425" rIns="91425" bIns="91425" rtlCol="0" anchor="t" anchorCtr="0">
            <a:noAutofit/>
          </a:bodyPr>
          <a:lstStyle/>
          <a:p>
            <a:pPr marL="114300" algn="ctr">
              <a:lnSpc>
                <a:spcPct val="90000"/>
              </a:lnSpc>
              <a:spcAft>
                <a:spcPts val="600"/>
              </a:spcAft>
              <a:buClr>
                <a:schemeClr val="dk2"/>
              </a:buClr>
              <a:buSzPts val="1800"/>
            </a:pPr>
            <a:r>
              <a:rPr lang="en-US" sz="2000" b="0" i="0" u="none" strike="noStrike" cap="none" dirty="0">
                <a:solidFill>
                  <a:schemeClr val="dk2"/>
                </a:solidFill>
              </a:rPr>
              <a:t>BY:</a:t>
            </a:r>
            <a:r>
              <a:rPr lang="en-US" sz="2000" dirty="0">
                <a:solidFill>
                  <a:schemeClr val="dk2"/>
                </a:solidFill>
              </a:rPr>
              <a:t> SIRI SATYAMURTHY</a:t>
            </a:r>
            <a:endParaRPr lang="en-US" sz="2000" b="0" i="0" u="none" strike="noStrike" cap="none"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cxnSp>
        <p:nvCxnSpPr>
          <p:cNvPr id="94" name="Straight Connector 93">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1" name="Google Shape;61;p14"/>
          <p:cNvSpPr txBox="1">
            <a:spLocks noGrp="1"/>
          </p:cNvSpPr>
          <p:nvPr>
            <p:ph type="title"/>
          </p:nvPr>
        </p:nvSpPr>
        <p:spPr>
          <a:xfrm>
            <a:off x="768096" y="438912"/>
            <a:ext cx="6013704" cy="1124712"/>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5000" spc="100" dirty="0"/>
              <a:t>Aim &amp; Objectives</a:t>
            </a:r>
            <a:endParaRPr lang="en-US" sz="5000" spc="100"/>
          </a:p>
        </p:txBody>
      </p:sp>
      <p:sp>
        <p:nvSpPr>
          <p:cNvPr id="62" name="Google Shape;62;p14"/>
          <p:cNvSpPr txBox="1">
            <a:spLocks noGrp="1"/>
          </p:cNvSpPr>
          <p:nvPr>
            <p:ph type="body" idx="1"/>
          </p:nvPr>
        </p:nvSpPr>
        <p:spPr>
          <a:xfrm>
            <a:off x="571500" y="1397788"/>
            <a:ext cx="6013703" cy="2864244"/>
          </a:xfrm>
          <a:prstGeom prst="rect">
            <a:avLst/>
          </a:prstGeom>
        </p:spPr>
        <p:txBody>
          <a:bodyPr spcFirstLastPara="1" vert="horz" lIns="45720" tIns="45720" rIns="45720" bIns="45720" rtlCol="0" anchorCtr="0">
            <a:normAutofit/>
          </a:bodyPr>
          <a:lstStyle/>
          <a:p>
            <a:pPr lvl="0" fontAlgn="base"/>
            <a:r>
              <a:rPr lang="en-IN" dirty="0"/>
              <a:t>To derive the Kalman filter mathematical model and translate it into a hardware-oriented RTL architecture. </a:t>
            </a:r>
          </a:p>
          <a:p>
            <a:pPr lvl="0" fontAlgn="base"/>
            <a:r>
              <a:rPr lang="en-IN" dirty="0"/>
              <a:t>To design modular RTL blocks for state prediction, error covariance update, Kalman gain computation, and measurement update. </a:t>
            </a:r>
          </a:p>
          <a:p>
            <a:pPr lvl="0" fontAlgn="base"/>
            <a:r>
              <a:rPr lang="en-IN" dirty="0"/>
              <a:t>To implement fixed-point arithmetic units optimized for hardware efficiency while maintaining acceptable estimation accuracy. </a:t>
            </a:r>
          </a:p>
          <a:p>
            <a:pPr lvl="0" fontAlgn="base"/>
            <a:r>
              <a:rPr lang="en-IN" dirty="0"/>
              <a:t>To develop a parameterized architecture that supports scalability in state dimension and data precision without major redesign. </a:t>
            </a:r>
          </a:p>
          <a:p>
            <a:pPr lvl="0" fontAlgn="base"/>
            <a:r>
              <a:rPr lang="en-IN" dirty="0"/>
              <a:t>To integrate and optimize the complete Kalman filter Datapath and control logic for efficient hardware execution. </a:t>
            </a:r>
          </a:p>
        </p:txBody>
      </p:sp>
      <p:sp>
        <p:nvSpPr>
          <p:cNvPr id="96" name="Rectangle 95">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244200"/>
            <a:ext cx="1715190" cy="29310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95904"/>
            <a:ext cx="1715190" cy="1522293"/>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6"/>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75" name="Rectangle 74">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5"/>
          <p:cNvSpPr txBox="1">
            <a:spLocks noGrp="1"/>
          </p:cNvSpPr>
          <p:nvPr>
            <p:ph type="title"/>
          </p:nvPr>
        </p:nvSpPr>
        <p:spPr>
          <a:xfrm>
            <a:off x="723591" y="603249"/>
            <a:ext cx="2543925" cy="3937001"/>
          </a:xfrm>
          <a:prstGeom prst="rect">
            <a:avLst/>
          </a:prstGeom>
        </p:spPr>
        <p:txBody>
          <a:bodyPr spcFirstLastPara="1" vert="horz" wrap="square" lIns="91440" tIns="45720" rIns="91440" bIns="45720" rtlCol="0" anchor="ctr" anchorCtr="0">
            <a:normAutofit/>
          </a:bodyPr>
          <a:lstStyle/>
          <a:p>
            <a:pPr algn="r" defTabSz="914400">
              <a:spcBef>
                <a:spcPct val="0"/>
              </a:spcBef>
            </a:pPr>
            <a:r>
              <a:rPr lang="en-US" sz="5000" spc="100" dirty="0"/>
              <a:t>Project Abstract</a:t>
            </a:r>
          </a:p>
        </p:txBody>
      </p:sp>
      <p:cxnSp>
        <p:nvCxnSpPr>
          <p:cNvPr id="77" name="Straight Connector 76">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200150"/>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Google Shape;68;p15"/>
          <p:cNvSpPr txBox="1">
            <a:spLocks noGrp="1"/>
          </p:cNvSpPr>
          <p:nvPr>
            <p:ph type="body" idx="1"/>
          </p:nvPr>
        </p:nvSpPr>
        <p:spPr>
          <a:xfrm>
            <a:off x="3727118" y="709385"/>
            <a:ext cx="4693291" cy="3937001"/>
          </a:xfrm>
          <a:prstGeom prst="rect">
            <a:avLst/>
          </a:prstGeom>
        </p:spPr>
        <p:txBody>
          <a:bodyPr spcFirstLastPara="1" vert="horz" lIns="45720" tIns="45720" rIns="45720" bIns="45720" rtlCol="0" anchor="ctr" anchorCtr="0">
            <a:normAutofit/>
          </a:bodyPr>
          <a:lstStyle/>
          <a:p>
            <a:r>
              <a:rPr lang="en-IN" dirty="0"/>
              <a:t>Estimation filters are widely used for optimal state estimation in the presence of noise in applications such as sensor signal processing, navigation systems, and tracking. This project focuses on the RTL design of a parameterizable Kalman filter architecture suitable for hardware implementation. The design is derived from the mathematical Kalman filter equations and mapped into a modular, register-transfer level architecture using System Verilog. Key computational blocks such as state prediction, error covariance update, Kalman gain computation, and measurement update are architected with scalability in mind, enabling extension from single state to multi-state estimation without major structural changes.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42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3429000"/>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3" name="Straight Connector 12">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3948079"/>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51442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59BDDF-99D2-6007-CF49-6E09343526C2}"/>
              </a:ext>
            </a:extLst>
          </p:cNvPr>
          <p:cNvSpPr>
            <a:spLocks noGrp="1"/>
          </p:cNvSpPr>
          <p:nvPr>
            <p:ph type="title"/>
          </p:nvPr>
        </p:nvSpPr>
        <p:spPr>
          <a:xfrm>
            <a:off x="477603" y="480060"/>
            <a:ext cx="2533575" cy="2276142"/>
          </a:xfrm>
        </p:spPr>
        <p:txBody>
          <a:bodyPr vert="horz" lIns="91440" tIns="45720" rIns="91440" bIns="45720" rtlCol="0" anchor="b">
            <a:normAutofit/>
          </a:bodyPr>
          <a:lstStyle/>
          <a:p>
            <a:pPr algn="r" defTabSz="914400"/>
            <a:r>
              <a:rPr lang="en-US" sz="3300" kern="1200" cap="all" spc="200" baseline="0">
                <a:solidFill>
                  <a:schemeClr val="tx1">
                    <a:lumMod val="95000"/>
                    <a:lumOff val="5000"/>
                  </a:schemeClr>
                </a:solidFill>
                <a:latin typeface="+mj-lt"/>
                <a:ea typeface="+mj-ea"/>
                <a:cs typeface="+mj-cs"/>
              </a:rPr>
              <a:t>Signal processing filter vs estimation filter</a:t>
            </a:r>
          </a:p>
        </p:txBody>
      </p:sp>
      <p:cxnSp>
        <p:nvCxnSpPr>
          <p:cNvPr id="17" name="Straight Connector 16">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523" y="2823985"/>
            <a:ext cx="24003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379A0E4D-B74B-348F-EE20-55915A2CE815}"/>
              </a:ext>
            </a:extLst>
          </p:cNvPr>
          <p:cNvGraphicFramePr>
            <a:graphicFrameLocks noGrp="1"/>
          </p:cNvGraphicFramePr>
          <p:nvPr>
            <p:extLst>
              <p:ext uri="{D42A27DB-BD31-4B8C-83A1-F6EECF244321}">
                <p14:modId xmlns:p14="http://schemas.microsoft.com/office/powerpoint/2010/main" val="2436479529"/>
              </p:ext>
            </p:extLst>
          </p:nvPr>
        </p:nvGraphicFramePr>
        <p:xfrm>
          <a:off x="3545245" y="480060"/>
          <a:ext cx="5324094" cy="4184117"/>
        </p:xfrm>
        <a:graphic>
          <a:graphicData uri="http://schemas.openxmlformats.org/drawingml/2006/table">
            <a:tbl>
              <a:tblPr>
                <a:solidFill>
                  <a:srgbClr val="F7F7F7"/>
                </a:solidFill>
              </a:tblPr>
              <a:tblGrid>
                <a:gridCol w="1703227">
                  <a:extLst>
                    <a:ext uri="{9D8B030D-6E8A-4147-A177-3AD203B41FA5}">
                      <a16:colId xmlns:a16="http://schemas.microsoft.com/office/drawing/2014/main" val="394024578"/>
                    </a:ext>
                  </a:extLst>
                </a:gridCol>
                <a:gridCol w="1804982">
                  <a:extLst>
                    <a:ext uri="{9D8B030D-6E8A-4147-A177-3AD203B41FA5}">
                      <a16:colId xmlns:a16="http://schemas.microsoft.com/office/drawing/2014/main" val="1288424010"/>
                    </a:ext>
                  </a:extLst>
                </a:gridCol>
                <a:gridCol w="1815885">
                  <a:extLst>
                    <a:ext uri="{9D8B030D-6E8A-4147-A177-3AD203B41FA5}">
                      <a16:colId xmlns:a16="http://schemas.microsoft.com/office/drawing/2014/main" val="3769402185"/>
                    </a:ext>
                  </a:extLst>
                </a:gridCol>
              </a:tblGrid>
              <a:tr h="567826">
                <a:tc>
                  <a:txBody>
                    <a:bodyPr/>
                    <a:lstStyle/>
                    <a:p>
                      <a:pPr>
                        <a:buNone/>
                      </a:pPr>
                      <a:r>
                        <a:rPr lang="en-IN" sz="1400" b="1" cap="none" spc="0" dirty="0">
                          <a:solidFill>
                            <a:schemeClr val="tx1"/>
                          </a:solidFill>
                        </a:rPr>
                        <a:t>Parameter</a:t>
                      </a:r>
                    </a:p>
                  </a:txBody>
                  <a:tcPr marL="78501" marR="78501" marT="39251" marB="7850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IN" sz="1400" b="1" cap="none" spc="0" dirty="0">
                          <a:solidFill>
                            <a:schemeClr val="tx1"/>
                          </a:solidFill>
                        </a:rPr>
                        <a:t>Signal-Processing Filter</a:t>
                      </a:r>
                    </a:p>
                  </a:txBody>
                  <a:tcPr marL="78501" marR="78501" marT="39251" marB="7850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en-IN" sz="1400" b="1" cap="none" spc="0" dirty="0">
                          <a:solidFill>
                            <a:schemeClr val="tx1"/>
                          </a:solidFill>
                        </a:rPr>
                        <a:t>Estimation Filter</a:t>
                      </a:r>
                    </a:p>
                  </a:txBody>
                  <a:tcPr marL="78501" marR="78501" marT="39251" marB="7850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val="1025788829"/>
                  </a:ext>
                </a:extLst>
              </a:tr>
              <a:tr h="777162">
                <a:tc>
                  <a:txBody>
                    <a:bodyPr/>
                    <a:lstStyle/>
                    <a:p>
                      <a:pPr>
                        <a:buNone/>
                      </a:pPr>
                      <a:r>
                        <a:rPr lang="en-IN" sz="1400" b="1" cap="none" spc="0" dirty="0">
                          <a:solidFill>
                            <a:schemeClr val="tx1"/>
                          </a:solidFill>
                        </a:rPr>
                        <a:t>Purpose</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Removes unwanted frequency components</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1400" cap="none" spc="0">
                          <a:solidFill>
                            <a:schemeClr val="tx1"/>
                          </a:solidFill>
                        </a:rPr>
                        <a:t>Estimates true system state from noisy measurements</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1950615752"/>
                  </a:ext>
                </a:extLst>
              </a:tr>
              <a:tr h="358489">
                <a:tc>
                  <a:txBody>
                    <a:bodyPr/>
                    <a:lstStyle/>
                    <a:p>
                      <a:pPr>
                        <a:buNone/>
                      </a:pPr>
                      <a:r>
                        <a:rPr lang="en-IN" sz="1400" b="1" cap="none" spc="0" dirty="0">
                          <a:solidFill>
                            <a:schemeClr val="tx1"/>
                          </a:solidFill>
                        </a:rPr>
                        <a:t>Domain</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Frequency domain</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State-space domain</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4093003"/>
                  </a:ext>
                </a:extLst>
              </a:tr>
              <a:tr h="567826">
                <a:tc>
                  <a:txBody>
                    <a:bodyPr/>
                    <a:lstStyle/>
                    <a:p>
                      <a:pPr>
                        <a:buNone/>
                      </a:pPr>
                      <a:r>
                        <a:rPr lang="en-IN" sz="1400" b="1" cap="none" spc="0" dirty="0">
                          <a:solidFill>
                            <a:schemeClr val="tx1"/>
                          </a:solidFill>
                        </a:rPr>
                        <a:t>Needs System Model</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 No</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Yes</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814510620"/>
                  </a:ext>
                </a:extLst>
              </a:tr>
              <a:tr h="567826">
                <a:tc>
                  <a:txBody>
                    <a:bodyPr/>
                    <a:lstStyle/>
                    <a:p>
                      <a:pPr>
                        <a:buNone/>
                      </a:pPr>
                      <a:r>
                        <a:rPr lang="en-IN" sz="1400" b="1" cap="none" spc="0" dirty="0">
                          <a:solidFill>
                            <a:schemeClr val="tx1"/>
                          </a:solidFill>
                        </a:rPr>
                        <a:t>Adaptivity</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Fixed coefficients</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Adaptive (updates every iteration)</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948581911"/>
                  </a:ext>
                </a:extLst>
              </a:tr>
              <a:tr h="567826">
                <a:tc>
                  <a:txBody>
                    <a:bodyPr/>
                    <a:lstStyle/>
                    <a:p>
                      <a:pPr>
                        <a:buNone/>
                      </a:pPr>
                      <a:r>
                        <a:rPr lang="en-IN" sz="1400" b="1" cap="none" spc="0" dirty="0">
                          <a:solidFill>
                            <a:schemeClr val="tx1"/>
                          </a:solidFill>
                        </a:rPr>
                        <a:t>Noise Handling</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Filters frequency-based noise</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IN" sz="1400" cap="none" spc="0">
                          <a:solidFill>
                            <a:schemeClr val="tx1"/>
                          </a:solidFill>
                        </a:rPr>
                        <a:t>Minimizes statistical noise</a:t>
                      </a:r>
                    </a:p>
                  </a:txBody>
                  <a:tcPr marL="78501" marR="78501" marT="39251" marB="7850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829016971"/>
                  </a:ext>
                </a:extLst>
              </a:tr>
              <a:tr h="777162">
                <a:tc>
                  <a:txBody>
                    <a:bodyPr/>
                    <a:lstStyle/>
                    <a:p>
                      <a:pPr>
                        <a:buNone/>
                      </a:pPr>
                      <a:r>
                        <a:rPr lang="en-IN" sz="1400" b="1" cap="none" spc="0" dirty="0">
                          <a:solidFill>
                            <a:schemeClr val="tx1"/>
                          </a:solidFill>
                        </a:rPr>
                        <a:t>Applications</a:t>
                      </a:r>
                    </a:p>
                  </a:txBody>
                  <a:tcPr marL="78501" marR="78501" marT="39251" marB="7850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IN" sz="1400" cap="none" spc="0">
                          <a:solidFill>
                            <a:schemeClr val="tx1"/>
                          </a:solidFill>
                        </a:rPr>
                        <a:t>Audio, ECG, communication systems</a:t>
                      </a:r>
                    </a:p>
                  </a:txBody>
                  <a:tcPr marL="78501" marR="78501" marT="39251" marB="7850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IN" sz="1400" cap="none" spc="0" dirty="0">
                          <a:solidFill>
                            <a:schemeClr val="tx1"/>
                          </a:solidFill>
                        </a:rPr>
                        <a:t>Radar, LiDAR, robotics, navigation</a:t>
                      </a:r>
                    </a:p>
                  </a:txBody>
                  <a:tcPr marL="78501" marR="78501" marT="39251" marB="7850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4089648118"/>
                  </a:ext>
                </a:extLst>
              </a:tr>
            </a:tbl>
          </a:graphicData>
        </a:graphic>
      </p:graphicFrame>
    </p:spTree>
    <p:extLst>
      <p:ext uri="{BB962C8B-B14F-4D97-AF65-F5344CB8AC3E}">
        <p14:creationId xmlns:p14="http://schemas.microsoft.com/office/powerpoint/2010/main" val="2335061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527C4-70B7-292A-2F55-CB7CA7F84EFA}"/>
              </a:ext>
            </a:extLst>
          </p:cNvPr>
          <p:cNvSpPr>
            <a:spLocks noGrp="1"/>
          </p:cNvSpPr>
          <p:nvPr>
            <p:ph type="title"/>
          </p:nvPr>
        </p:nvSpPr>
        <p:spPr/>
        <p:txBody>
          <a:bodyPr/>
          <a:lstStyle/>
          <a:p>
            <a:r>
              <a:rPr lang="en-IN" dirty="0"/>
              <a:t>Types of Kalman filters</a:t>
            </a:r>
          </a:p>
        </p:txBody>
      </p:sp>
      <p:sp>
        <p:nvSpPr>
          <p:cNvPr id="3" name="Content Placeholder 2">
            <a:extLst>
              <a:ext uri="{FF2B5EF4-FFF2-40B4-BE49-F238E27FC236}">
                <a16:creationId xmlns:a16="http://schemas.microsoft.com/office/drawing/2014/main" id="{B3A8FD83-33DA-CD73-EB2E-43FB83E9A04C}"/>
              </a:ext>
            </a:extLst>
          </p:cNvPr>
          <p:cNvSpPr>
            <a:spLocks noGrp="1"/>
          </p:cNvSpPr>
          <p:nvPr>
            <p:ph idx="1"/>
          </p:nvPr>
        </p:nvSpPr>
        <p:spPr>
          <a:xfrm>
            <a:off x="768096" y="1412421"/>
            <a:ext cx="7856711" cy="3407552"/>
          </a:xfrm>
        </p:spPr>
        <p:txBody>
          <a:bodyPr>
            <a:noAutofit/>
          </a:bodyPr>
          <a:lstStyle/>
          <a:p>
            <a:r>
              <a:rPr lang="en-US" sz="1200" b="1" dirty="0"/>
              <a:t>1. Kalman Filter (KF)</a:t>
            </a:r>
          </a:p>
          <a:p>
            <a:r>
              <a:rPr lang="en-US" sz="1200" dirty="0"/>
              <a:t>The standard Kalman Filter is designed for linear dynamic systems where both system and measurement models are linear. It provides optimal state estimation by combining predictions and measurements under Gaussian noise assumptions. It is widely used in navigation, tracking, and control systems where system behavior is linear.</a:t>
            </a:r>
          </a:p>
          <a:p>
            <a:endParaRPr lang="en-US" sz="1200" dirty="0"/>
          </a:p>
          <a:p>
            <a:endParaRPr lang="en-US" sz="1200" dirty="0"/>
          </a:p>
          <a:p>
            <a:r>
              <a:rPr lang="en-US" sz="1200" b="1" dirty="0"/>
              <a:t>2. Extended Kalman Filter (EKF)</a:t>
            </a:r>
          </a:p>
          <a:p>
            <a:r>
              <a:rPr lang="en-US" sz="1200" dirty="0"/>
              <a:t>The Extended Kalman Filter is used for nonlinear systems. It approximates nonlinear equations by linearizing them around the current estimate using Jacobian matrices, allowing Kalman filtering principles to be applied. EKF is commonly used in robotics, GPS positioning, and autonomous vehicle navigation.</a:t>
            </a:r>
          </a:p>
          <a:p>
            <a:r>
              <a:rPr lang="en-US" sz="1200" b="1" dirty="0"/>
              <a:t>3. Cubature Kalman Filter (CKF)</a:t>
            </a:r>
          </a:p>
          <a:p>
            <a:r>
              <a:rPr lang="en-US" sz="1200" dirty="0"/>
              <a:t>The Cubature Kalman Filter improves estimation for highly nonlinear systems by using cubature points to accurately propagate mean and covariance through nonlinear transformations without requiring Jacobians. CKF offers better accuracy and numerical stability, making it suitable for aerospace and advanced autonomous applications.</a:t>
            </a:r>
            <a:endParaRPr lang="en-IN" sz="1200" dirty="0"/>
          </a:p>
        </p:txBody>
      </p:sp>
      <p:sp>
        <p:nvSpPr>
          <p:cNvPr id="5" name="Rectangle 2">
            <a:extLst>
              <a:ext uri="{FF2B5EF4-FFF2-40B4-BE49-F238E27FC236}">
                <a16:creationId xmlns:a16="http://schemas.microsoft.com/office/drawing/2014/main" id="{58F25D3C-89C9-0C93-77C5-A5CEB06E8266}"/>
              </a:ext>
            </a:extLst>
          </p:cNvPr>
          <p:cNvSpPr>
            <a:spLocks noChangeArrowheads="1"/>
          </p:cNvSpPr>
          <p:nvPr/>
        </p:nvSpPr>
        <p:spPr bwMode="auto">
          <a:xfrm>
            <a:off x="768096" y="2323836"/>
            <a:ext cx="79431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w Cen MT (Body)"/>
              </a:rPr>
              <a:t>1D Kalman Filter:</a:t>
            </a:r>
            <a:r>
              <a:rPr kumimoji="0" lang="en-US" altLang="en-US" sz="1200" b="0" i="0" u="none" strike="noStrike" cap="none" normalizeH="0" baseline="0" dirty="0">
                <a:ln>
                  <a:noFill/>
                </a:ln>
                <a:solidFill>
                  <a:schemeClr val="tx1"/>
                </a:solidFill>
                <a:effectLst/>
                <a:latin typeface="Tw Cen MT (Body)"/>
              </a:rPr>
              <a:t> Estimates a single state variable (e.g., position or temperature) using scalar equations.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w Cen MT (Body)"/>
              </a:rPr>
              <a:t>2D Kalman Filter:</a:t>
            </a:r>
            <a:r>
              <a:rPr kumimoji="0" lang="en-US" altLang="en-US" sz="1200" b="0" i="0" u="none" strike="noStrike" cap="none" normalizeH="0" baseline="0" dirty="0">
                <a:ln>
                  <a:noFill/>
                </a:ln>
                <a:solidFill>
                  <a:schemeClr val="tx1"/>
                </a:solidFill>
                <a:effectLst/>
                <a:latin typeface="Tw Cen MT (Body)"/>
              </a:rPr>
              <a:t> Estimates two related state variables (e.g., position and velocity) using matrix-based state equations.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200" b="1" dirty="0">
                <a:latin typeface="Tw Cen MT (Body)"/>
              </a:rPr>
              <a:t>6</a:t>
            </a:r>
            <a:r>
              <a:rPr kumimoji="0" lang="en-US" altLang="en-US" sz="1200" b="1" i="0" u="none" strike="noStrike" cap="none" normalizeH="0" baseline="0" dirty="0">
                <a:ln>
                  <a:noFill/>
                </a:ln>
                <a:solidFill>
                  <a:schemeClr val="tx1"/>
                </a:solidFill>
                <a:effectLst/>
                <a:latin typeface="Tw Cen MT (Body)"/>
              </a:rPr>
              <a:t>D Kalman Filter:</a:t>
            </a:r>
            <a:r>
              <a:rPr kumimoji="0" lang="en-US" altLang="en-US" sz="1200" b="0" i="0" u="none" strike="noStrike" cap="none" normalizeH="0" baseline="0" dirty="0">
                <a:ln>
                  <a:noFill/>
                </a:ln>
                <a:solidFill>
                  <a:schemeClr val="tx1"/>
                </a:solidFill>
                <a:effectLst/>
                <a:latin typeface="Tw Cen MT (Body)"/>
              </a:rPr>
              <a:t> Estimates </a:t>
            </a:r>
            <a:r>
              <a:rPr lang="en-US" altLang="en-US" sz="1200" dirty="0">
                <a:latin typeface="Tw Cen MT (Body)"/>
              </a:rPr>
              <a:t>six</a:t>
            </a:r>
            <a:r>
              <a:rPr kumimoji="0" lang="en-US" altLang="en-US" sz="1200" b="0" i="0" u="none" strike="noStrike" cap="none" normalizeH="0" baseline="0" dirty="0">
                <a:ln>
                  <a:noFill/>
                </a:ln>
                <a:solidFill>
                  <a:schemeClr val="tx1"/>
                </a:solidFill>
                <a:effectLst/>
                <a:latin typeface="Tw Cen MT (Body)"/>
              </a:rPr>
              <a:t> or more state variables using higher-dimensional state-space modeling.</a:t>
            </a:r>
          </a:p>
        </p:txBody>
      </p:sp>
    </p:spTree>
    <p:extLst>
      <p:ext uri="{BB962C8B-B14F-4D97-AF65-F5344CB8AC3E}">
        <p14:creationId xmlns:p14="http://schemas.microsoft.com/office/powerpoint/2010/main" val="3033956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5D4451-1B43-A740-45A6-1AFD0EFE5855}"/>
              </a:ext>
            </a:extLst>
          </p:cNvPr>
          <p:cNvSpPr>
            <a:spLocks noGrp="1"/>
          </p:cNvSpPr>
          <p:nvPr>
            <p:ph type="title"/>
          </p:nvPr>
        </p:nvSpPr>
        <p:spPr>
          <a:xfrm>
            <a:off x="482601" y="482600"/>
            <a:ext cx="2561709" cy="4178299"/>
          </a:xfrm>
        </p:spPr>
        <p:txBody>
          <a:bodyPr vert="horz" lIns="91440" tIns="45720" rIns="91440" bIns="45720" rtlCol="0" anchor="ctr">
            <a:normAutofit/>
          </a:bodyPr>
          <a:lstStyle/>
          <a:p>
            <a:pPr defTabSz="914400"/>
            <a:r>
              <a:rPr lang="en-US" sz="5000" kern="1200" cap="all" spc="100" baseline="0">
                <a:solidFill>
                  <a:srgbClr val="FFFFFF"/>
                </a:solidFill>
                <a:latin typeface="+mj-lt"/>
                <a:ea typeface="+mj-ea"/>
                <a:cs typeface="+mj-cs"/>
              </a:rPr>
              <a:t>Working of Kalman filter</a:t>
            </a:r>
          </a:p>
        </p:txBody>
      </p:sp>
      <p:graphicFrame>
        <p:nvGraphicFramePr>
          <p:cNvPr id="7" name="TextBox 4">
            <a:extLst>
              <a:ext uri="{FF2B5EF4-FFF2-40B4-BE49-F238E27FC236}">
                <a16:creationId xmlns:a16="http://schemas.microsoft.com/office/drawing/2014/main" id="{69F49FB1-7F14-ED5B-0747-4F8AD2738B95}"/>
              </a:ext>
            </a:extLst>
          </p:cNvPr>
          <p:cNvGraphicFramePr/>
          <p:nvPr>
            <p:extLst>
              <p:ext uri="{D42A27DB-BD31-4B8C-83A1-F6EECF244321}">
                <p14:modId xmlns:p14="http://schemas.microsoft.com/office/powerpoint/2010/main" val="3142185741"/>
              </p:ext>
            </p:extLst>
          </p:nvPr>
        </p:nvGraphicFramePr>
        <p:xfrm>
          <a:off x="3588904" y="364209"/>
          <a:ext cx="5400112" cy="4610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0388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8"/>
        <p:cNvGrpSpPr/>
        <p:nvPr/>
      </p:nvGrpSpPr>
      <p:grpSpPr>
        <a:xfrm>
          <a:off x="0" y="0"/>
          <a:ext cx="0" cy="0"/>
          <a:chOff x="0" y="0"/>
          <a:chExt cx="0" cy="0"/>
        </a:xfrm>
      </p:grpSpPr>
      <p:sp>
        <p:nvSpPr>
          <p:cNvPr id="123" name="Rectangle 122">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42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5"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3429000"/>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7" name="Straight Connector 126">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3948079"/>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29" name="Rectangle 128">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51442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Google Shape;79;p17"/>
          <p:cNvSpPr txBox="1">
            <a:spLocks noGrp="1"/>
          </p:cNvSpPr>
          <p:nvPr>
            <p:ph type="title"/>
          </p:nvPr>
        </p:nvSpPr>
        <p:spPr>
          <a:xfrm>
            <a:off x="477603" y="480060"/>
            <a:ext cx="2533575" cy="2276142"/>
          </a:xfrm>
          <a:prstGeom prst="rect">
            <a:avLst/>
          </a:prstGeom>
        </p:spPr>
        <p:txBody>
          <a:bodyPr spcFirstLastPara="1" vert="horz" lIns="91440" tIns="45720" rIns="91440" bIns="45720" rtlCol="0" anchor="b" anchorCtr="0">
            <a:normAutofit/>
          </a:bodyPr>
          <a:lstStyle/>
          <a:p>
            <a:pPr marL="0" lvl="0" indent="0" algn="r" defTabSz="914400">
              <a:spcBef>
                <a:spcPct val="0"/>
              </a:spcBef>
              <a:spcAft>
                <a:spcPts val="0"/>
              </a:spcAft>
            </a:pPr>
            <a:r>
              <a:rPr lang="en-US" sz="3300" kern="1200" cap="all" spc="200" baseline="0" dirty="0">
                <a:solidFill>
                  <a:schemeClr val="tx1">
                    <a:lumMod val="95000"/>
                    <a:lumOff val="5000"/>
                  </a:schemeClr>
                </a:solidFill>
                <a:latin typeface="+mj-lt"/>
                <a:ea typeface="+mj-ea"/>
                <a:cs typeface="+mj-cs"/>
              </a:rPr>
              <a:t>KALMAN FILTER VERIFICATION parameters</a:t>
            </a:r>
          </a:p>
        </p:txBody>
      </p:sp>
      <p:cxnSp>
        <p:nvCxnSpPr>
          <p:cNvPr id="131" name="Straight Connector 130">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523" y="2823985"/>
            <a:ext cx="24003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107F9C8A-BFF8-5705-7D49-9AF5D1609419}"/>
              </a:ext>
            </a:extLst>
          </p:cNvPr>
          <p:cNvGraphicFramePr>
            <a:graphicFrameLocks noGrp="1"/>
          </p:cNvGraphicFramePr>
          <p:nvPr>
            <p:extLst>
              <p:ext uri="{D42A27DB-BD31-4B8C-83A1-F6EECF244321}">
                <p14:modId xmlns:p14="http://schemas.microsoft.com/office/powerpoint/2010/main" val="2785572095"/>
              </p:ext>
            </p:extLst>
          </p:nvPr>
        </p:nvGraphicFramePr>
        <p:xfrm>
          <a:off x="3508916" y="774071"/>
          <a:ext cx="4968647" cy="3441456"/>
        </p:xfrm>
        <a:graphic>
          <a:graphicData uri="http://schemas.openxmlformats.org/drawingml/2006/table">
            <a:tbl>
              <a:tblPr/>
              <a:tblGrid>
                <a:gridCol w="1691762">
                  <a:extLst>
                    <a:ext uri="{9D8B030D-6E8A-4147-A177-3AD203B41FA5}">
                      <a16:colId xmlns:a16="http://schemas.microsoft.com/office/drawing/2014/main" val="2302525711"/>
                    </a:ext>
                  </a:extLst>
                </a:gridCol>
                <a:gridCol w="3276885">
                  <a:extLst>
                    <a:ext uri="{9D8B030D-6E8A-4147-A177-3AD203B41FA5}">
                      <a16:colId xmlns:a16="http://schemas.microsoft.com/office/drawing/2014/main" val="2414992382"/>
                    </a:ext>
                  </a:extLst>
                </a:gridCol>
              </a:tblGrid>
              <a:tr h="520788">
                <a:tc>
                  <a:txBody>
                    <a:bodyPr/>
                    <a:lstStyle/>
                    <a:p>
                      <a:pPr algn="ctr">
                        <a:buNone/>
                      </a:pPr>
                      <a:r>
                        <a:rPr lang="en-IN" sz="1600" b="1" dirty="0"/>
                        <a:t>Specification</a:t>
                      </a:r>
                    </a:p>
                  </a:txBody>
                  <a:tcPr marL="68478" marR="68478" marT="34239" marB="34239"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IN" sz="1600" b="1" dirty="0"/>
                        <a:t>Definition</a:t>
                      </a:r>
                    </a:p>
                  </a:txBody>
                  <a:tcPr marL="68478" marR="68478" marT="34239" marB="34239"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224539"/>
                  </a:ext>
                </a:extLst>
              </a:tr>
              <a:tr h="520788">
                <a:tc>
                  <a:txBody>
                    <a:bodyPr/>
                    <a:lstStyle/>
                    <a:p>
                      <a:pPr>
                        <a:buNone/>
                      </a:pPr>
                      <a:r>
                        <a:rPr lang="en-IN" sz="1100"/>
                        <a:t>Functional Correctness</a:t>
                      </a:r>
                    </a:p>
                  </a:txBody>
                  <a:tcPr marL="68478" marR="68478" marT="34239" marB="3423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RTL output matches golden model</a:t>
                      </a:r>
                    </a:p>
                  </a:txBody>
                  <a:tcPr marL="68478" marR="68478" marT="34239" marB="3423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1335535"/>
                  </a:ext>
                </a:extLst>
              </a:tr>
              <a:tr h="837516">
                <a:tc>
                  <a:txBody>
                    <a:bodyPr/>
                    <a:lstStyle/>
                    <a:p>
                      <a:pPr>
                        <a:buNone/>
                      </a:pPr>
                      <a:r>
                        <a:rPr lang="en-IN" sz="1100"/>
                        <a:t>Prediction Accuracy</a:t>
                      </a:r>
                    </a:p>
                  </a:txBody>
                  <a:tcPr marL="68478" marR="68478" marT="34239" marB="3423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State prediction equation correctly implemented</a:t>
                      </a:r>
                    </a:p>
                  </a:txBody>
                  <a:tcPr marL="68478" marR="68478" marT="34239" marB="3423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315629"/>
                  </a:ext>
                </a:extLst>
              </a:tr>
              <a:tr h="520788">
                <a:tc>
                  <a:txBody>
                    <a:bodyPr/>
                    <a:lstStyle/>
                    <a:p>
                      <a:pPr>
                        <a:buNone/>
                      </a:pPr>
                      <a:r>
                        <a:rPr lang="en-IN" sz="1100"/>
                        <a:t>Covariance Update</a:t>
                      </a:r>
                    </a:p>
                  </a:txBody>
                  <a:tcPr marL="68478" marR="68478" marT="34239" marB="3423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a:t>Error covariance updates correctly</a:t>
                      </a:r>
                    </a:p>
                  </a:txBody>
                  <a:tcPr marL="68478" marR="68478" marT="34239" marB="3423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630001"/>
                  </a:ext>
                </a:extLst>
              </a:tr>
              <a:tr h="520788">
                <a:tc>
                  <a:txBody>
                    <a:bodyPr/>
                    <a:lstStyle/>
                    <a:p>
                      <a:pPr>
                        <a:buNone/>
                      </a:pPr>
                      <a:r>
                        <a:rPr lang="en-IN" sz="1100"/>
                        <a:t>Kalman Gain Accuracy</a:t>
                      </a:r>
                    </a:p>
                  </a:txBody>
                  <a:tcPr marL="68478" marR="68478" marT="34239" marB="3423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t>Gain computed correctly within tolerance</a:t>
                      </a:r>
                    </a:p>
                  </a:txBody>
                  <a:tcPr marL="68478" marR="68478" marT="34239" marB="3423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181703"/>
                  </a:ext>
                </a:extLst>
              </a:tr>
              <a:tr h="520788">
                <a:tc>
                  <a:txBody>
                    <a:bodyPr/>
                    <a:lstStyle/>
                    <a:p>
                      <a:pPr>
                        <a:buNone/>
                      </a:pPr>
                      <a:r>
                        <a:rPr lang="en-IN" sz="1100" dirty="0"/>
                        <a:t>Reset Behaviour</a:t>
                      </a:r>
                    </a:p>
                  </a:txBody>
                  <a:tcPr marL="68478" marR="68478" marT="34239" marB="34239"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100" dirty="0"/>
                        <a:t>Registers initialize correctly</a:t>
                      </a:r>
                    </a:p>
                  </a:txBody>
                  <a:tcPr marL="68478" marR="68478" marT="34239" marB="34239"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756528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4"/>
        <p:cNvGrpSpPr/>
        <p:nvPr/>
      </p:nvGrpSpPr>
      <p:grpSpPr>
        <a:xfrm>
          <a:off x="0" y="0"/>
          <a:ext cx="0" cy="0"/>
          <a:chOff x="0" y="0"/>
          <a:chExt cx="0" cy="0"/>
        </a:xfrm>
      </p:grpSpPr>
      <p:cxnSp>
        <p:nvCxnSpPr>
          <p:cNvPr id="107" name="Straight Connector 106">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8"/>
          <p:cNvSpPr txBox="1">
            <a:spLocks noGrp="1"/>
          </p:cNvSpPr>
          <p:nvPr>
            <p:ph type="title"/>
          </p:nvPr>
        </p:nvSpPr>
        <p:spPr>
          <a:xfrm>
            <a:off x="482601" y="482600"/>
            <a:ext cx="2561709" cy="4178299"/>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3900" kern="1200" cap="all" spc="100" baseline="0">
                <a:solidFill>
                  <a:srgbClr val="FFFFFF"/>
                </a:solidFill>
                <a:latin typeface="+mj-lt"/>
                <a:ea typeface="+mj-ea"/>
                <a:cs typeface="+mj-cs"/>
              </a:rPr>
              <a:t>Design Methodology</a:t>
            </a:r>
          </a:p>
        </p:txBody>
      </p:sp>
      <p:graphicFrame>
        <p:nvGraphicFramePr>
          <p:cNvPr id="5" name="Diagram 4">
            <a:extLst>
              <a:ext uri="{FF2B5EF4-FFF2-40B4-BE49-F238E27FC236}">
                <a16:creationId xmlns:a16="http://schemas.microsoft.com/office/drawing/2014/main" id="{2016B93F-B042-EB29-7625-B04D285FAABA}"/>
              </a:ext>
            </a:extLst>
          </p:cNvPr>
          <p:cNvGraphicFramePr/>
          <p:nvPr>
            <p:extLst>
              <p:ext uri="{D42A27DB-BD31-4B8C-83A1-F6EECF244321}">
                <p14:modId xmlns:p14="http://schemas.microsoft.com/office/powerpoint/2010/main" val="953097854"/>
              </p:ext>
            </p:extLst>
          </p:nvPr>
        </p:nvGraphicFramePr>
        <p:xfrm>
          <a:off x="4202906" y="715566"/>
          <a:ext cx="4231481" cy="36909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8">
          <a:extLst>
            <a:ext uri="{FF2B5EF4-FFF2-40B4-BE49-F238E27FC236}">
              <a16:creationId xmlns:a16="http://schemas.microsoft.com/office/drawing/2014/main" id="{E6A81D59-6919-66CE-3D06-111028BF6C4C}"/>
            </a:ext>
          </a:extLst>
        </p:cNvPr>
        <p:cNvGrpSpPr/>
        <p:nvPr/>
      </p:nvGrpSpPr>
      <p:grpSpPr>
        <a:xfrm>
          <a:off x="0" y="0"/>
          <a:ext cx="0" cy="0"/>
          <a:chOff x="0" y="0"/>
          <a:chExt cx="0" cy="0"/>
        </a:xfrm>
      </p:grpSpPr>
      <p:sp>
        <p:nvSpPr>
          <p:cNvPr id="123" name="Rectangle 122">
            <a:extLst>
              <a:ext uri="{FF2B5EF4-FFF2-40B4-BE49-F238E27FC236}">
                <a16:creationId xmlns:a16="http://schemas.microsoft.com/office/drawing/2014/main" id="{15618D34-1EB6-B19A-B82D-939C7DA71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42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5" name="Oval 5">
            <a:extLst>
              <a:ext uri="{FF2B5EF4-FFF2-40B4-BE49-F238E27FC236}">
                <a16:creationId xmlns:a16="http://schemas.microsoft.com/office/drawing/2014/main" id="{713D9D1A-E6D1-8BF8-524B-C51702AC9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3429000"/>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7" name="Straight Connector 126">
            <a:extLst>
              <a:ext uri="{FF2B5EF4-FFF2-40B4-BE49-F238E27FC236}">
                <a16:creationId xmlns:a16="http://schemas.microsoft.com/office/drawing/2014/main" id="{BF3CFFC2-C804-3FD6-2FF9-7634080F9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3948079"/>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29" name="Rectangle 128">
            <a:extLst>
              <a:ext uri="{FF2B5EF4-FFF2-40B4-BE49-F238E27FC236}">
                <a16:creationId xmlns:a16="http://schemas.microsoft.com/office/drawing/2014/main" id="{B465E219-212B-9457-22A9-ED969C38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51442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8A7F9356-0E19-D5CF-B2B2-4F46858C8B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523" y="2823985"/>
            <a:ext cx="24003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C8284787-B87C-F159-B226-ABCBB691E9A8}"/>
              </a:ext>
            </a:extLst>
          </p:cNvPr>
          <p:cNvSpPr>
            <a:spLocks noGrp="1"/>
          </p:cNvSpPr>
          <p:nvPr>
            <p:ph type="title"/>
          </p:nvPr>
        </p:nvSpPr>
        <p:spPr>
          <a:xfrm>
            <a:off x="311700" y="282296"/>
            <a:ext cx="8520600" cy="572700"/>
          </a:xfrm>
        </p:spPr>
        <p:txBody>
          <a:bodyPr>
            <a:normAutofit fontScale="90000"/>
          </a:bodyPr>
          <a:lstStyle/>
          <a:p>
            <a:r>
              <a:rPr lang="en-US" dirty="0"/>
              <a:t>RESULTS</a:t>
            </a:r>
            <a:endParaRPr lang="en-IN" dirty="0"/>
          </a:p>
        </p:txBody>
      </p:sp>
      <p:pic>
        <p:nvPicPr>
          <p:cNvPr id="18" name="Picture 17">
            <a:extLst>
              <a:ext uri="{FF2B5EF4-FFF2-40B4-BE49-F238E27FC236}">
                <a16:creationId xmlns:a16="http://schemas.microsoft.com/office/drawing/2014/main" id="{AB316414-F621-C107-03A8-CDDCE0593E9B}"/>
              </a:ext>
            </a:extLst>
          </p:cNvPr>
          <p:cNvPicPr>
            <a:picLocks noChangeAspect="1"/>
          </p:cNvPicPr>
          <p:nvPr/>
        </p:nvPicPr>
        <p:blipFill>
          <a:blip r:embed="rId3"/>
          <a:stretch>
            <a:fillRect/>
          </a:stretch>
        </p:blipFill>
        <p:spPr>
          <a:xfrm>
            <a:off x="251929" y="1100985"/>
            <a:ext cx="4320072" cy="2941530"/>
          </a:xfrm>
          <a:prstGeom prst="rect">
            <a:avLst/>
          </a:prstGeom>
        </p:spPr>
      </p:pic>
      <p:pic>
        <p:nvPicPr>
          <p:cNvPr id="20" name="Picture 19">
            <a:extLst>
              <a:ext uri="{FF2B5EF4-FFF2-40B4-BE49-F238E27FC236}">
                <a16:creationId xmlns:a16="http://schemas.microsoft.com/office/drawing/2014/main" id="{E93CC036-0D80-60E9-E762-7719D21D4DB8}"/>
              </a:ext>
            </a:extLst>
          </p:cNvPr>
          <p:cNvPicPr>
            <a:picLocks noChangeAspect="1"/>
          </p:cNvPicPr>
          <p:nvPr/>
        </p:nvPicPr>
        <p:blipFill>
          <a:blip r:embed="rId4"/>
          <a:stretch>
            <a:fillRect/>
          </a:stretch>
        </p:blipFill>
        <p:spPr>
          <a:xfrm>
            <a:off x="4746438" y="1100985"/>
            <a:ext cx="4211582" cy="2941530"/>
          </a:xfrm>
          <a:prstGeom prst="rect">
            <a:avLst/>
          </a:prstGeom>
        </p:spPr>
      </p:pic>
      <p:sp>
        <p:nvSpPr>
          <p:cNvPr id="21" name="TextBox 20">
            <a:extLst>
              <a:ext uri="{FF2B5EF4-FFF2-40B4-BE49-F238E27FC236}">
                <a16:creationId xmlns:a16="http://schemas.microsoft.com/office/drawing/2014/main" id="{8B9FA337-B52C-59A6-DC1E-1643FA602F8E}"/>
              </a:ext>
            </a:extLst>
          </p:cNvPr>
          <p:cNvSpPr txBox="1"/>
          <p:nvPr/>
        </p:nvSpPr>
        <p:spPr>
          <a:xfrm>
            <a:off x="1673817" y="4107053"/>
            <a:ext cx="1087157" cy="369332"/>
          </a:xfrm>
          <a:prstGeom prst="rect">
            <a:avLst/>
          </a:prstGeom>
          <a:noFill/>
        </p:spPr>
        <p:txBody>
          <a:bodyPr wrap="none" rtlCol="0">
            <a:spAutoFit/>
          </a:bodyPr>
          <a:lstStyle/>
          <a:p>
            <a:r>
              <a:rPr lang="en-US" dirty="0"/>
              <a:t>Arithmetic</a:t>
            </a:r>
            <a:endParaRPr lang="en-IN" dirty="0"/>
          </a:p>
        </p:txBody>
      </p:sp>
      <p:sp>
        <p:nvSpPr>
          <p:cNvPr id="22" name="TextBox 21">
            <a:extLst>
              <a:ext uri="{FF2B5EF4-FFF2-40B4-BE49-F238E27FC236}">
                <a16:creationId xmlns:a16="http://schemas.microsoft.com/office/drawing/2014/main" id="{F80C1A7F-0255-3E94-D964-8E0F569EA8DA}"/>
              </a:ext>
            </a:extLst>
          </p:cNvPr>
          <p:cNvSpPr txBox="1"/>
          <p:nvPr/>
        </p:nvSpPr>
        <p:spPr>
          <a:xfrm>
            <a:off x="6455049" y="4107054"/>
            <a:ext cx="768737" cy="369332"/>
          </a:xfrm>
          <a:prstGeom prst="rect">
            <a:avLst/>
          </a:prstGeom>
          <a:noFill/>
        </p:spPr>
        <p:txBody>
          <a:bodyPr wrap="none" rtlCol="0">
            <a:spAutoFit/>
          </a:bodyPr>
          <a:lstStyle/>
          <a:p>
            <a:r>
              <a:rPr lang="en-US" dirty="0"/>
              <a:t>Vector</a:t>
            </a:r>
            <a:endParaRPr lang="en-IN" dirty="0"/>
          </a:p>
        </p:txBody>
      </p:sp>
    </p:spTree>
    <p:extLst>
      <p:ext uri="{BB962C8B-B14F-4D97-AF65-F5344CB8AC3E}">
        <p14:creationId xmlns:p14="http://schemas.microsoft.com/office/powerpoint/2010/main" val="1431375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8">
          <a:extLst>
            <a:ext uri="{FF2B5EF4-FFF2-40B4-BE49-F238E27FC236}">
              <a16:creationId xmlns:a16="http://schemas.microsoft.com/office/drawing/2014/main" id="{C0D2BD13-D776-CD99-B6BF-98D39F55FE8A}"/>
            </a:ext>
          </a:extLst>
        </p:cNvPr>
        <p:cNvGrpSpPr/>
        <p:nvPr/>
      </p:nvGrpSpPr>
      <p:grpSpPr>
        <a:xfrm>
          <a:off x="0" y="0"/>
          <a:ext cx="0" cy="0"/>
          <a:chOff x="0" y="0"/>
          <a:chExt cx="0" cy="0"/>
        </a:xfrm>
      </p:grpSpPr>
      <p:sp>
        <p:nvSpPr>
          <p:cNvPr id="123" name="Rectangle 122">
            <a:extLst>
              <a:ext uri="{FF2B5EF4-FFF2-40B4-BE49-F238E27FC236}">
                <a16:creationId xmlns:a16="http://schemas.microsoft.com/office/drawing/2014/main" id="{B71933BA-8BDF-1EE4-8871-1E6690614C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42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5" name="Oval 5">
            <a:extLst>
              <a:ext uri="{FF2B5EF4-FFF2-40B4-BE49-F238E27FC236}">
                <a16:creationId xmlns:a16="http://schemas.microsoft.com/office/drawing/2014/main" id="{4CAAC5B2-9928-86EB-4076-A78DCC5BD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3429000"/>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7" name="Straight Connector 126">
            <a:extLst>
              <a:ext uri="{FF2B5EF4-FFF2-40B4-BE49-F238E27FC236}">
                <a16:creationId xmlns:a16="http://schemas.microsoft.com/office/drawing/2014/main" id="{0F9F0932-634F-646C-B90F-5312AC2818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3948079"/>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29" name="Rectangle 128">
            <a:extLst>
              <a:ext uri="{FF2B5EF4-FFF2-40B4-BE49-F238E27FC236}">
                <a16:creationId xmlns:a16="http://schemas.microsoft.com/office/drawing/2014/main" id="{42A04C55-FBAE-D262-01FA-2DA45BC5C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4" cy="51442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Connector 130">
            <a:extLst>
              <a:ext uri="{FF2B5EF4-FFF2-40B4-BE49-F238E27FC236}">
                <a16:creationId xmlns:a16="http://schemas.microsoft.com/office/drawing/2014/main" id="{E1CDF781-3C3F-EF97-0081-A980318657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523" y="2823985"/>
            <a:ext cx="24003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775BBBC-4132-D5FC-CE8E-DA7880487909}"/>
              </a:ext>
            </a:extLst>
          </p:cNvPr>
          <p:cNvSpPr txBox="1"/>
          <p:nvPr/>
        </p:nvSpPr>
        <p:spPr>
          <a:xfrm>
            <a:off x="1673817" y="4107053"/>
            <a:ext cx="795411" cy="369332"/>
          </a:xfrm>
          <a:prstGeom prst="rect">
            <a:avLst/>
          </a:prstGeom>
          <a:noFill/>
        </p:spPr>
        <p:txBody>
          <a:bodyPr wrap="none" rtlCol="0">
            <a:spAutoFit/>
          </a:bodyPr>
          <a:lstStyle/>
          <a:p>
            <a:r>
              <a:rPr lang="en-US" dirty="0"/>
              <a:t>Matrix</a:t>
            </a:r>
            <a:endParaRPr lang="en-IN" dirty="0"/>
          </a:p>
        </p:txBody>
      </p:sp>
      <p:sp>
        <p:nvSpPr>
          <p:cNvPr id="22" name="TextBox 21">
            <a:extLst>
              <a:ext uri="{FF2B5EF4-FFF2-40B4-BE49-F238E27FC236}">
                <a16:creationId xmlns:a16="http://schemas.microsoft.com/office/drawing/2014/main" id="{5FCC154D-9F17-CF85-C311-C75B09195DC2}"/>
              </a:ext>
            </a:extLst>
          </p:cNvPr>
          <p:cNvSpPr txBox="1"/>
          <p:nvPr/>
        </p:nvSpPr>
        <p:spPr>
          <a:xfrm>
            <a:off x="6455049" y="4107054"/>
            <a:ext cx="755528" cy="369332"/>
          </a:xfrm>
          <a:prstGeom prst="rect">
            <a:avLst/>
          </a:prstGeom>
          <a:noFill/>
        </p:spPr>
        <p:txBody>
          <a:bodyPr wrap="none" rtlCol="0">
            <a:spAutoFit/>
          </a:bodyPr>
          <a:lstStyle/>
          <a:p>
            <a:r>
              <a:rPr lang="en-US" dirty="0"/>
              <a:t>Solver</a:t>
            </a:r>
            <a:endParaRPr lang="en-IN" dirty="0"/>
          </a:p>
        </p:txBody>
      </p:sp>
      <p:pic>
        <p:nvPicPr>
          <p:cNvPr id="3" name="Picture 2">
            <a:extLst>
              <a:ext uri="{FF2B5EF4-FFF2-40B4-BE49-F238E27FC236}">
                <a16:creationId xmlns:a16="http://schemas.microsoft.com/office/drawing/2014/main" id="{3BA94914-0F97-3008-36D0-C7B4DD31B983}"/>
              </a:ext>
            </a:extLst>
          </p:cNvPr>
          <p:cNvPicPr>
            <a:picLocks noChangeAspect="1"/>
          </p:cNvPicPr>
          <p:nvPr/>
        </p:nvPicPr>
        <p:blipFill>
          <a:blip r:embed="rId3"/>
          <a:stretch>
            <a:fillRect/>
          </a:stretch>
        </p:blipFill>
        <p:spPr>
          <a:xfrm>
            <a:off x="251929" y="1100985"/>
            <a:ext cx="4316421" cy="2941529"/>
          </a:xfrm>
          <a:prstGeom prst="rect">
            <a:avLst/>
          </a:prstGeom>
        </p:spPr>
      </p:pic>
      <p:pic>
        <p:nvPicPr>
          <p:cNvPr id="5" name="Picture 4">
            <a:extLst>
              <a:ext uri="{FF2B5EF4-FFF2-40B4-BE49-F238E27FC236}">
                <a16:creationId xmlns:a16="http://schemas.microsoft.com/office/drawing/2014/main" id="{E5295329-7C52-F592-D3C1-B7D35BB67E71}"/>
              </a:ext>
            </a:extLst>
          </p:cNvPr>
          <p:cNvPicPr>
            <a:picLocks noChangeAspect="1"/>
          </p:cNvPicPr>
          <p:nvPr/>
        </p:nvPicPr>
        <p:blipFill>
          <a:blip r:embed="rId4"/>
          <a:stretch>
            <a:fillRect/>
          </a:stretch>
        </p:blipFill>
        <p:spPr>
          <a:xfrm>
            <a:off x="4718011" y="1100984"/>
            <a:ext cx="4240009" cy="2941529"/>
          </a:xfrm>
          <a:prstGeom prst="rect">
            <a:avLst/>
          </a:prstGeom>
        </p:spPr>
      </p:pic>
    </p:spTree>
    <p:extLst>
      <p:ext uri="{BB962C8B-B14F-4D97-AF65-F5344CB8AC3E}">
        <p14:creationId xmlns:p14="http://schemas.microsoft.com/office/powerpoint/2010/main" val="576710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80582B9-8DF7-CC29-262D-05C9718DF88A}"/>
              </a:ext>
            </a:extLst>
          </p:cNvPr>
          <p:cNvPicPr>
            <a:picLocks noChangeAspect="1"/>
          </p:cNvPicPr>
          <p:nvPr/>
        </p:nvPicPr>
        <p:blipFill>
          <a:blip r:embed="rId2"/>
          <a:stretch>
            <a:fillRect/>
          </a:stretch>
        </p:blipFill>
        <p:spPr>
          <a:xfrm>
            <a:off x="1816467" y="1015452"/>
            <a:ext cx="5669215" cy="3801070"/>
          </a:xfrm>
          <a:prstGeom prst="rect">
            <a:avLst/>
          </a:prstGeom>
        </p:spPr>
      </p:pic>
      <p:sp>
        <p:nvSpPr>
          <p:cNvPr id="2" name="TextBox 1">
            <a:extLst>
              <a:ext uri="{FF2B5EF4-FFF2-40B4-BE49-F238E27FC236}">
                <a16:creationId xmlns:a16="http://schemas.microsoft.com/office/drawing/2014/main" id="{FB8CA7F5-C36F-5F56-C119-0FF0A645D99F}"/>
              </a:ext>
            </a:extLst>
          </p:cNvPr>
          <p:cNvSpPr txBox="1"/>
          <p:nvPr/>
        </p:nvSpPr>
        <p:spPr>
          <a:xfrm>
            <a:off x="705173" y="387457"/>
            <a:ext cx="1111294" cy="523220"/>
          </a:xfrm>
          <a:prstGeom prst="rect">
            <a:avLst/>
          </a:prstGeom>
          <a:noFill/>
        </p:spPr>
        <p:txBody>
          <a:bodyPr wrap="square" rtlCol="0">
            <a:spAutoFit/>
          </a:bodyPr>
          <a:lstStyle/>
          <a:p>
            <a:r>
              <a:rPr lang="en-US" sz="2800" dirty="0"/>
              <a:t>Errors</a:t>
            </a:r>
          </a:p>
        </p:txBody>
      </p:sp>
    </p:spTree>
    <p:extLst>
      <p:ext uri="{BB962C8B-B14F-4D97-AF65-F5344CB8AC3E}">
        <p14:creationId xmlns:p14="http://schemas.microsoft.com/office/powerpoint/2010/main" val="250019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5B3FC9-C5B1-F58F-37F1-9E7CA21CDC72}"/>
              </a:ext>
            </a:extLst>
          </p:cNvPr>
          <p:cNvPicPr>
            <a:picLocks noChangeAspect="1"/>
          </p:cNvPicPr>
          <p:nvPr/>
        </p:nvPicPr>
        <p:blipFill>
          <a:blip r:embed="rId2"/>
          <a:stretch>
            <a:fillRect/>
          </a:stretch>
        </p:blipFill>
        <p:spPr>
          <a:xfrm>
            <a:off x="66975" y="844658"/>
            <a:ext cx="8898794" cy="3984021"/>
          </a:xfrm>
          <a:prstGeom prst="rect">
            <a:avLst/>
          </a:prstGeom>
        </p:spPr>
      </p:pic>
      <p:sp>
        <p:nvSpPr>
          <p:cNvPr id="2" name="TextBox 1">
            <a:extLst>
              <a:ext uri="{FF2B5EF4-FFF2-40B4-BE49-F238E27FC236}">
                <a16:creationId xmlns:a16="http://schemas.microsoft.com/office/drawing/2014/main" id="{A31E00B4-5AC4-264E-22D0-7D5C81CABFB1}"/>
              </a:ext>
            </a:extLst>
          </p:cNvPr>
          <p:cNvSpPr txBox="1"/>
          <p:nvPr/>
        </p:nvSpPr>
        <p:spPr>
          <a:xfrm>
            <a:off x="712921" y="263473"/>
            <a:ext cx="1542081" cy="523220"/>
          </a:xfrm>
          <a:prstGeom prst="rect">
            <a:avLst/>
          </a:prstGeom>
          <a:noFill/>
        </p:spPr>
        <p:txBody>
          <a:bodyPr wrap="square" rtlCol="0">
            <a:spAutoFit/>
          </a:bodyPr>
          <a:lstStyle/>
          <a:p>
            <a:r>
              <a:rPr lang="en-US" sz="2800" dirty="0"/>
              <a:t>Outputs</a:t>
            </a:r>
          </a:p>
        </p:txBody>
      </p:sp>
    </p:spTree>
    <p:extLst>
      <p:ext uri="{BB962C8B-B14F-4D97-AF65-F5344CB8AC3E}">
        <p14:creationId xmlns:p14="http://schemas.microsoft.com/office/powerpoint/2010/main" val="1627312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2"/>
        <p:cNvGrpSpPr/>
        <p:nvPr/>
      </p:nvGrpSpPr>
      <p:grpSpPr>
        <a:xfrm>
          <a:off x="0" y="0"/>
          <a:ext cx="0" cy="0"/>
          <a:chOff x="0" y="0"/>
          <a:chExt cx="0" cy="0"/>
        </a:xfrm>
      </p:grpSpPr>
      <p:cxnSp>
        <p:nvCxnSpPr>
          <p:cNvPr id="81" name="Straight Connector 80">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61974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Google Shape;73;p16"/>
          <p:cNvSpPr txBox="1">
            <a:spLocks noGrp="1"/>
          </p:cNvSpPr>
          <p:nvPr>
            <p:ph type="title"/>
          </p:nvPr>
        </p:nvSpPr>
        <p:spPr>
          <a:xfrm>
            <a:off x="482601" y="482600"/>
            <a:ext cx="2561709" cy="4178299"/>
          </a:xfrm>
          <a:prstGeom prst="rect">
            <a:avLst/>
          </a:prstGeom>
        </p:spPr>
        <p:txBody>
          <a:bodyPr spcFirstLastPara="1" vert="horz" lIns="91440" tIns="45720" rIns="91440" bIns="45720" rtlCol="0" anchor="ctr" anchorCtr="0">
            <a:normAutofit/>
          </a:bodyPr>
          <a:lstStyle/>
          <a:p>
            <a:pPr marL="0" lvl="0" indent="0" defTabSz="914400">
              <a:spcBef>
                <a:spcPct val="0"/>
              </a:spcBef>
              <a:spcAft>
                <a:spcPts val="0"/>
              </a:spcAft>
            </a:pPr>
            <a:r>
              <a:rPr lang="en-US" sz="3900" kern="1200" cap="all" spc="100" baseline="0">
                <a:solidFill>
                  <a:srgbClr val="FFFFFF"/>
                </a:solidFill>
                <a:latin typeface="+mj-lt"/>
                <a:ea typeface="+mj-ea"/>
                <a:cs typeface="+mj-cs"/>
              </a:rPr>
              <a:t>Tools &amp; Technologies Used</a:t>
            </a:r>
          </a:p>
        </p:txBody>
      </p:sp>
      <p:graphicFrame>
        <p:nvGraphicFramePr>
          <p:cNvPr id="6" name="Diagram 5">
            <a:extLst>
              <a:ext uri="{FF2B5EF4-FFF2-40B4-BE49-F238E27FC236}">
                <a16:creationId xmlns:a16="http://schemas.microsoft.com/office/drawing/2014/main" id="{E16BEC82-D0AB-F94E-0A36-CEBA152DA762}"/>
              </a:ext>
            </a:extLst>
          </p:cNvPr>
          <p:cNvGraphicFramePr/>
          <p:nvPr>
            <p:extLst>
              <p:ext uri="{D42A27DB-BD31-4B8C-83A1-F6EECF244321}">
                <p14:modId xmlns:p14="http://schemas.microsoft.com/office/powerpoint/2010/main" val="1942712539"/>
              </p:ext>
            </p:extLst>
          </p:nvPr>
        </p:nvGraphicFramePr>
        <p:xfrm>
          <a:off x="4089399" y="803701"/>
          <a:ext cx="4572000" cy="35360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FC96F-A135-7CB8-C524-C83D0C1C4706}"/>
              </a:ext>
            </a:extLst>
          </p:cNvPr>
          <p:cNvSpPr>
            <a:spLocks noGrp="1"/>
          </p:cNvSpPr>
          <p:nvPr>
            <p:ph type="title"/>
          </p:nvPr>
        </p:nvSpPr>
        <p:spPr/>
        <p:txBody>
          <a:bodyPr/>
          <a:lstStyle/>
          <a:p>
            <a:r>
              <a:rPr lang="en-IN" dirty="0"/>
              <a:t>General applications of Kalman filter</a:t>
            </a:r>
          </a:p>
        </p:txBody>
      </p:sp>
      <p:sp>
        <p:nvSpPr>
          <p:cNvPr id="4" name="TextBox 3">
            <a:extLst>
              <a:ext uri="{FF2B5EF4-FFF2-40B4-BE49-F238E27FC236}">
                <a16:creationId xmlns:a16="http://schemas.microsoft.com/office/drawing/2014/main" id="{D31A15A9-F51F-AD54-EA11-85D258D522B7}"/>
              </a:ext>
            </a:extLst>
          </p:cNvPr>
          <p:cNvSpPr txBox="1"/>
          <p:nvPr/>
        </p:nvSpPr>
        <p:spPr>
          <a:xfrm>
            <a:off x="881742" y="1396093"/>
            <a:ext cx="6596743" cy="3139321"/>
          </a:xfrm>
          <a:prstGeom prst="rect">
            <a:avLst/>
          </a:prstGeom>
          <a:noFill/>
        </p:spPr>
        <p:txBody>
          <a:bodyPr wrap="square" rtlCol="0">
            <a:spAutoFit/>
          </a:bodyPr>
          <a:lstStyle/>
          <a:p>
            <a:pPr marL="285750" indent="-285750">
              <a:buFont typeface="Wingdings" panose="05000000000000000000" pitchFamily="2" charset="2"/>
              <a:buChar char="Ø"/>
            </a:pPr>
            <a:r>
              <a:rPr lang="en-IN" dirty="0"/>
              <a:t>Autonomous vehicle navigation</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Radar and object tracking systems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Sensor fusion systems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Robotics and drone control</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Biomedical signal processing</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r>
              <a:rPr lang="en-IN" dirty="0"/>
              <a:t>IoT and smart sensing platforms</a:t>
            </a:r>
          </a:p>
        </p:txBody>
      </p:sp>
    </p:spTree>
    <p:extLst>
      <p:ext uri="{BB962C8B-B14F-4D97-AF65-F5344CB8AC3E}">
        <p14:creationId xmlns:p14="http://schemas.microsoft.com/office/powerpoint/2010/main" val="2711572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AC5F-191A-AFC1-3F52-7F2504516725}"/>
              </a:ext>
            </a:extLst>
          </p:cNvPr>
          <p:cNvSpPr>
            <a:spLocks noGrp="1"/>
          </p:cNvSpPr>
          <p:nvPr>
            <p:ph type="title"/>
          </p:nvPr>
        </p:nvSpPr>
        <p:spPr/>
        <p:txBody>
          <a:bodyPr/>
          <a:lstStyle/>
          <a:p>
            <a:r>
              <a:rPr lang="en-IN" dirty="0"/>
              <a:t>Future scope </a:t>
            </a:r>
          </a:p>
        </p:txBody>
      </p:sp>
      <p:graphicFrame>
        <p:nvGraphicFramePr>
          <p:cNvPr id="5" name="Content Placeholder 2">
            <a:extLst>
              <a:ext uri="{FF2B5EF4-FFF2-40B4-BE49-F238E27FC236}">
                <a16:creationId xmlns:a16="http://schemas.microsoft.com/office/drawing/2014/main" id="{93AC9F42-2B9C-9FC7-09A8-F785A68394BD}"/>
              </a:ext>
            </a:extLst>
          </p:cNvPr>
          <p:cNvGraphicFramePr>
            <a:graphicFrameLocks noGrp="1"/>
          </p:cNvGraphicFramePr>
          <p:nvPr>
            <p:ph idx="1"/>
            <p:extLst>
              <p:ext uri="{D42A27DB-BD31-4B8C-83A1-F6EECF244321}">
                <p14:modId xmlns:p14="http://schemas.microsoft.com/office/powerpoint/2010/main" val="636234375"/>
              </p:ext>
            </p:extLst>
          </p:nvPr>
        </p:nvGraphicFramePr>
        <p:xfrm>
          <a:off x="636363" y="1559519"/>
          <a:ext cx="7290055" cy="3017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4666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3429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3429000"/>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1" name="Straight Connector 10">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290132" y="3948079"/>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0BA28970-3E8F-46CD-A302-42EE83668B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C8B0629-E925-4BEA-692D-70270D961993}"/>
              </a:ext>
            </a:extLst>
          </p:cNvPr>
          <p:cNvSpPr txBox="1"/>
          <p:nvPr/>
        </p:nvSpPr>
        <p:spPr>
          <a:xfrm>
            <a:off x="482600" y="482600"/>
            <a:ext cx="5373505" cy="4178299"/>
          </a:xfrm>
          <a:prstGeom prst="rect">
            <a:avLst/>
          </a:prstGeom>
        </p:spPr>
        <p:txBody>
          <a:bodyPr vert="horz" lIns="91440" tIns="45720" rIns="91440" bIns="45720" rtlCol="0" anchor="ctr">
            <a:normAutofit/>
          </a:bodyPr>
          <a:lstStyle/>
          <a:p>
            <a:pPr algn="r" defTabSz="914400">
              <a:lnSpc>
                <a:spcPct val="80000"/>
              </a:lnSpc>
              <a:spcBef>
                <a:spcPct val="0"/>
              </a:spcBef>
              <a:spcAft>
                <a:spcPts val="600"/>
              </a:spcAft>
            </a:pPr>
            <a:r>
              <a:rPr lang="en-US" sz="7200" cap="all" spc="200" dirty="0">
                <a:solidFill>
                  <a:schemeClr val="tx1">
                    <a:alpha val="80000"/>
                  </a:schemeClr>
                </a:solidFill>
                <a:latin typeface="+mj-lt"/>
                <a:ea typeface="+mj-ea"/>
                <a:cs typeface="+mj-cs"/>
              </a:rPr>
              <a:t>THANK YOU</a:t>
            </a:r>
          </a:p>
        </p:txBody>
      </p:sp>
      <p:cxnSp>
        <p:nvCxnSpPr>
          <p:cNvPr id="15" name="Straight Connector 14">
            <a:extLst>
              <a:ext uri="{FF2B5EF4-FFF2-40B4-BE49-F238E27FC236}">
                <a16:creationId xmlns:a16="http://schemas.microsoft.com/office/drawing/2014/main" id="{47AE7893-212D-45CB-A5B0-AE377389AB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04703" y="1200150"/>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5346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122</TotalTime>
  <Words>798</Words>
  <Application>Microsoft Office PowerPoint</Application>
  <PresentationFormat>On-screen Show (16:9)</PresentationFormat>
  <Paragraphs>107</Paragraphs>
  <Slides>16</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Tw Cen MT</vt:lpstr>
      <vt:lpstr>Tw Cen MT (Body)</vt:lpstr>
      <vt:lpstr>Tw Cen MT Condensed</vt:lpstr>
      <vt:lpstr>Wingdings</vt:lpstr>
      <vt:lpstr>Wingdings 3</vt:lpstr>
      <vt:lpstr>Integral</vt:lpstr>
      <vt:lpstr>REAL TIME KALMAN 6D ACCELERATOR </vt:lpstr>
      <vt:lpstr>Aim &amp; Objectives</vt:lpstr>
      <vt:lpstr>Project Abstract</vt:lpstr>
      <vt:lpstr>Signal processing filter vs estimation filter</vt:lpstr>
      <vt:lpstr>Types of Kalman filters</vt:lpstr>
      <vt:lpstr>Working of Kalman filter</vt:lpstr>
      <vt:lpstr>KALMAN FILTER VERIFICATION parameters</vt:lpstr>
      <vt:lpstr>Design Methodology</vt:lpstr>
      <vt:lpstr>RESULTS</vt:lpstr>
      <vt:lpstr>PowerPoint Presentation</vt:lpstr>
      <vt:lpstr>PowerPoint Presentation</vt:lpstr>
      <vt:lpstr>PowerPoint Presentation</vt:lpstr>
      <vt:lpstr>Tools &amp; Technologies Used</vt:lpstr>
      <vt:lpstr>General applications of Kalman filter</vt:lpstr>
      <vt:lpstr>Future scope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Yashwanth</dc:creator>
  <cp:lastModifiedBy>sirisatyamurthy18@outlook.com</cp:lastModifiedBy>
  <cp:revision>8</cp:revision>
  <dcterms:modified xsi:type="dcterms:W3CDTF">2026-05-26T15:29:19Z</dcterms:modified>
</cp:coreProperties>
</file>